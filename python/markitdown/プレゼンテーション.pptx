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57" r:id="rId3"/>
    <p:sldId id="258" r:id="rId4"/>
    <p:sldId id="256" r:id="rId5"/>
    <p:sldId id="264" r:id="rId6"/>
    <p:sldId id="265" r:id="rId7"/>
    <p:sldId id="266" r:id="rId8"/>
    <p:sldId id="267" r:id="rId9"/>
    <p:sldId id="262" r:id="rId10"/>
    <p:sldId id="269" r:id="rId11"/>
    <p:sldId id="263"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303137-7250-40E4-AD2F-558204F5C672}" v="70" dt="2023-12-18T09:02:44.43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32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太郎 吉野" userId="f2066d5997d0ad8f" providerId="LiveId" clId="{56303137-7250-40E4-AD2F-558204F5C672}"/>
    <pc:docChg chg="undo custSel addSld delSld modSld sldOrd modMainMaster">
      <pc:chgData name="太郎 吉野" userId="f2066d5997d0ad8f" providerId="LiveId" clId="{56303137-7250-40E4-AD2F-558204F5C672}" dt="2023-12-18T17:07:22.363" v="4129" actId="20577"/>
      <pc:docMkLst>
        <pc:docMk/>
      </pc:docMkLst>
      <pc:sldChg chg="delSp modSp new mod">
        <pc:chgData name="太郎 吉野" userId="f2066d5997d0ad8f" providerId="LiveId" clId="{56303137-7250-40E4-AD2F-558204F5C672}" dt="2023-12-18T01:05:22.025" v="1741" actId="2711"/>
        <pc:sldMkLst>
          <pc:docMk/>
          <pc:sldMk cId="3365403374" sldId="256"/>
        </pc:sldMkLst>
        <pc:spChg chg="mod">
          <ac:chgData name="太郎 吉野" userId="f2066d5997d0ad8f" providerId="LiveId" clId="{56303137-7250-40E4-AD2F-558204F5C672}" dt="2023-12-18T01:05:22.025" v="1741" actId="2711"/>
          <ac:spMkLst>
            <pc:docMk/>
            <pc:sldMk cId="3365403374" sldId="256"/>
            <ac:spMk id="2" creationId="{2503D001-B6AF-BAA7-0E84-C0D72C37271F}"/>
          </ac:spMkLst>
        </pc:spChg>
        <pc:spChg chg="del">
          <ac:chgData name="太郎 吉野" userId="f2066d5997d0ad8f" providerId="LiveId" clId="{56303137-7250-40E4-AD2F-558204F5C672}" dt="2023-12-17T08:54:57.848" v="98" actId="478"/>
          <ac:spMkLst>
            <pc:docMk/>
            <pc:sldMk cId="3365403374" sldId="256"/>
            <ac:spMk id="3" creationId="{1FE61AEC-94A5-CD5F-B12F-21E7A57F95B4}"/>
          </ac:spMkLst>
        </pc:spChg>
      </pc:sldChg>
      <pc:sldChg chg="addSp delSp modSp new mod ord">
        <pc:chgData name="太郎 吉野" userId="f2066d5997d0ad8f" providerId="LiveId" clId="{56303137-7250-40E4-AD2F-558204F5C672}" dt="2023-12-18T03:56:51.145" v="2973"/>
        <pc:sldMkLst>
          <pc:docMk/>
          <pc:sldMk cId="3253672984" sldId="257"/>
        </pc:sldMkLst>
        <pc:spChg chg="del mod">
          <ac:chgData name="太郎 吉野" userId="f2066d5997d0ad8f" providerId="LiveId" clId="{56303137-7250-40E4-AD2F-558204F5C672}" dt="2023-12-17T08:56:46.101" v="111" actId="478"/>
          <ac:spMkLst>
            <pc:docMk/>
            <pc:sldMk cId="3253672984" sldId="257"/>
            <ac:spMk id="2" creationId="{9694A8AB-42E1-0935-A128-D7025981E375}"/>
          </ac:spMkLst>
        </pc:spChg>
        <pc:spChg chg="del">
          <ac:chgData name="太郎 吉野" userId="f2066d5997d0ad8f" providerId="LiveId" clId="{56303137-7250-40E4-AD2F-558204F5C672}" dt="2023-12-17T08:56:48.591" v="112" actId="478"/>
          <ac:spMkLst>
            <pc:docMk/>
            <pc:sldMk cId="3253672984" sldId="257"/>
            <ac:spMk id="3" creationId="{E634B822-7AF7-3454-2610-DE3705A55AAE}"/>
          </ac:spMkLst>
        </pc:spChg>
        <pc:spChg chg="add mod">
          <ac:chgData name="太郎 吉野" userId="f2066d5997d0ad8f" providerId="LiveId" clId="{56303137-7250-40E4-AD2F-558204F5C672}" dt="2023-12-18T01:05:26.203" v="1742" actId="2711"/>
          <ac:spMkLst>
            <pc:docMk/>
            <pc:sldMk cId="3253672984" sldId="257"/>
            <ac:spMk id="4" creationId="{FA58B7A1-6884-F5AC-7E5E-C51D9BE23C57}"/>
          </ac:spMkLst>
        </pc:spChg>
      </pc:sldChg>
      <pc:sldChg chg="modSp add mod ord">
        <pc:chgData name="太郎 吉野" userId="f2066d5997d0ad8f" providerId="LiveId" clId="{56303137-7250-40E4-AD2F-558204F5C672}" dt="2023-12-18T03:56:52.142" v="2975"/>
        <pc:sldMkLst>
          <pc:docMk/>
          <pc:sldMk cId="2018286776" sldId="258"/>
        </pc:sldMkLst>
        <pc:spChg chg="mod">
          <ac:chgData name="太郎 吉野" userId="f2066d5997d0ad8f" providerId="LiveId" clId="{56303137-7250-40E4-AD2F-558204F5C672}" dt="2023-12-18T01:05:30.502" v="1743" actId="2711"/>
          <ac:spMkLst>
            <pc:docMk/>
            <pc:sldMk cId="2018286776" sldId="258"/>
            <ac:spMk id="4" creationId="{FA58B7A1-6884-F5AC-7E5E-C51D9BE23C57}"/>
          </ac:spMkLst>
        </pc:spChg>
      </pc:sldChg>
      <pc:sldChg chg="new del">
        <pc:chgData name="太郎 吉野" userId="f2066d5997d0ad8f" providerId="LiveId" clId="{56303137-7250-40E4-AD2F-558204F5C672}" dt="2023-12-17T09:01:49.292" v="668" actId="47"/>
        <pc:sldMkLst>
          <pc:docMk/>
          <pc:sldMk cId="3635194673" sldId="258"/>
        </pc:sldMkLst>
      </pc:sldChg>
      <pc:sldChg chg="new del">
        <pc:chgData name="太郎 吉野" userId="f2066d5997d0ad8f" providerId="LiveId" clId="{56303137-7250-40E4-AD2F-558204F5C672}" dt="2023-12-17T09:18:08.450" v="1123" actId="47"/>
        <pc:sldMkLst>
          <pc:docMk/>
          <pc:sldMk cId="3824407383" sldId="259"/>
        </pc:sldMkLst>
      </pc:sldChg>
      <pc:sldChg chg="modSp add del mod">
        <pc:chgData name="太郎 吉野" userId="f2066d5997d0ad8f" providerId="LiveId" clId="{56303137-7250-40E4-AD2F-558204F5C672}" dt="2023-12-18T01:05:46.981" v="1748" actId="47"/>
        <pc:sldMkLst>
          <pc:docMk/>
          <pc:sldMk cId="2406551517" sldId="260"/>
        </pc:sldMkLst>
        <pc:spChg chg="mod">
          <ac:chgData name="太郎 吉野" userId="f2066d5997d0ad8f" providerId="LiveId" clId="{56303137-7250-40E4-AD2F-558204F5C672}" dt="2023-12-18T01:05:40.731" v="1744" actId="1076"/>
          <ac:spMkLst>
            <pc:docMk/>
            <pc:sldMk cId="2406551517" sldId="260"/>
            <ac:spMk id="4" creationId="{FA58B7A1-6884-F5AC-7E5E-C51D9BE23C57}"/>
          </ac:spMkLst>
        </pc:spChg>
      </pc:sldChg>
      <pc:sldChg chg="delSp modSp new mod ord">
        <pc:chgData name="太郎 吉野" userId="f2066d5997d0ad8f" providerId="LiveId" clId="{56303137-7250-40E4-AD2F-558204F5C672}" dt="2023-12-18T03:36:03.621" v="2971" actId="20577"/>
        <pc:sldMkLst>
          <pc:docMk/>
          <pc:sldMk cId="179712599" sldId="261"/>
        </pc:sldMkLst>
        <pc:spChg chg="del">
          <ac:chgData name="太郎 吉野" userId="f2066d5997d0ad8f" providerId="LiveId" clId="{56303137-7250-40E4-AD2F-558204F5C672}" dt="2023-12-18T01:00:51.652" v="1135" actId="478"/>
          <ac:spMkLst>
            <pc:docMk/>
            <pc:sldMk cId="179712599" sldId="261"/>
            <ac:spMk id="2" creationId="{304A951F-3EB3-590E-9772-CCCC33D0C850}"/>
          </ac:spMkLst>
        </pc:spChg>
        <pc:spChg chg="mod">
          <ac:chgData name="太郎 吉野" userId="f2066d5997d0ad8f" providerId="LiveId" clId="{56303137-7250-40E4-AD2F-558204F5C672}" dt="2023-12-18T03:36:03.621" v="2971" actId="20577"/>
          <ac:spMkLst>
            <pc:docMk/>
            <pc:sldMk cId="179712599" sldId="261"/>
            <ac:spMk id="3" creationId="{35674496-9180-6BFA-D2FB-FC7DFBC3F029}"/>
          </ac:spMkLst>
        </pc:spChg>
      </pc:sldChg>
      <pc:sldChg chg="addSp delSp modSp new mod ord">
        <pc:chgData name="太郎 吉野" userId="f2066d5997d0ad8f" providerId="LiveId" clId="{56303137-7250-40E4-AD2F-558204F5C672}" dt="2023-12-18T02:36:39.951" v="2963" actId="20577"/>
        <pc:sldMkLst>
          <pc:docMk/>
          <pc:sldMk cId="3785865078" sldId="262"/>
        </pc:sldMkLst>
        <pc:spChg chg="mod">
          <ac:chgData name="太郎 吉野" userId="f2066d5997d0ad8f" providerId="LiveId" clId="{56303137-7250-40E4-AD2F-558204F5C672}" dt="2023-12-18T01:35:40.929" v="2883" actId="1076"/>
          <ac:spMkLst>
            <pc:docMk/>
            <pc:sldMk cId="3785865078" sldId="262"/>
            <ac:spMk id="2" creationId="{E1991FAB-00D7-922D-B5A7-FF31F619F2C0}"/>
          </ac:spMkLst>
        </pc:spChg>
        <pc:spChg chg="del mod">
          <ac:chgData name="太郎 吉野" userId="f2066d5997d0ad8f" providerId="LiveId" clId="{56303137-7250-40E4-AD2F-558204F5C672}" dt="2023-12-18T01:08:50.603" v="1798" actId="478"/>
          <ac:spMkLst>
            <pc:docMk/>
            <pc:sldMk cId="3785865078" sldId="262"/>
            <ac:spMk id="3" creationId="{02C07F85-787C-8EDD-0099-0E329C53137B}"/>
          </ac:spMkLst>
        </pc:spChg>
        <pc:graphicFrameChg chg="add mod modGraphic">
          <ac:chgData name="太郎 吉野" userId="f2066d5997d0ad8f" providerId="LiveId" clId="{56303137-7250-40E4-AD2F-558204F5C672}" dt="2023-12-18T02:36:39.951" v="2963" actId="20577"/>
          <ac:graphicFrameMkLst>
            <pc:docMk/>
            <pc:sldMk cId="3785865078" sldId="262"/>
            <ac:graphicFrameMk id="4" creationId="{E3164B40-35F4-8B8A-3551-CB9C1BB84CF2}"/>
          </ac:graphicFrameMkLst>
        </pc:graphicFrameChg>
      </pc:sldChg>
      <pc:sldChg chg="addSp delSp modSp new mod">
        <pc:chgData name="太郎 吉野" userId="f2066d5997d0ad8f" providerId="LiveId" clId="{56303137-7250-40E4-AD2F-558204F5C672}" dt="2023-12-18T04:24:00.080" v="3881" actId="6549"/>
        <pc:sldMkLst>
          <pc:docMk/>
          <pc:sldMk cId="2435726416" sldId="263"/>
        </pc:sldMkLst>
        <pc:spChg chg="del">
          <ac:chgData name="太郎 吉野" userId="f2066d5997d0ad8f" providerId="LiveId" clId="{56303137-7250-40E4-AD2F-558204F5C672}" dt="2023-12-18T01:36:54.943" v="2911" actId="478"/>
          <ac:spMkLst>
            <pc:docMk/>
            <pc:sldMk cId="2435726416" sldId="263"/>
            <ac:spMk id="2" creationId="{B794DEC5-E17E-5E37-63D8-43B094658715}"/>
          </ac:spMkLst>
        </pc:spChg>
        <pc:spChg chg="del">
          <ac:chgData name="太郎 吉野" userId="f2066d5997d0ad8f" providerId="LiveId" clId="{56303137-7250-40E4-AD2F-558204F5C672}" dt="2023-12-18T01:36:57.077" v="2912" actId="478"/>
          <ac:spMkLst>
            <pc:docMk/>
            <pc:sldMk cId="2435726416" sldId="263"/>
            <ac:spMk id="3" creationId="{E1676242-8BF9-FA95-BD66-E3A44A23308F}"/>
          </ac:spMkLst>
        </pc:spChg>
        <pc:spChg chg="add mod">
          <ac:chgData name="太郎 吉野" userId="f2066d5997d0ad8f" providerId="LiveId" clId="{56303137-7250-40E4-AD2F-558204F5C672}" dt="2023-12-18T02:00:26.486" v="2962" actId="20577"/>
          <ac:spMkLst>
            <pc:docMk/>
            <pc:sldMk cId="2435726416" sldId="263"/>
            <ac:spMk id="6" creationId="{1D46D247-5A11-D702-D1E6-54589F2A9552}"/>
          </ac:spMkLst>
        </pc:spChg>
        <pc:spChg chg="add mod">
          <ac:chgData name="太郎 吉野" userId="f2066d5997d0ad8f" providerId="LiveId" clId="{56303137-7250-40E4-AD2F-558204F5C672}" dt="2023-12-18T04:17:03.004" v="3711" actId="404"/>
          <ac:spMkLst>
            <pc:docMk/>
            <pc:sldMk cId="2435726416" sldId="263"/>
            <ac:spMk id="9" creationId="{52C23605-D7AD-A07F-E4C8-A02968B25B4D}"/>
          </ac:spMkLst>
        </pc:spChg>
        <pc:spChg chg="add mod">
          <ac:chgData name="太郎 吉野" userId="f2066d5997d0ad8f" providerId="LiveId" clId="{56303137-7250-40E4-AD2F-558204F5C672}" dt="2023-12-18T04:17:35.054" v="3761" actId="20577"/>
          <ac:spMkLst>
            <pc:docMk/>
            <pc:sldMk cId="2435726416" sldId="263"/>
            <ac:spMk id="10" creationId="{FC2CDCC8-CF2A-5A81-9175-11E254F7D7FA}"/>
          </ac:spMkLst>
        </pc:spChg>
        <pc:spChg chg="add mod">
          <ac:chgData name="太郎 吉野" userId="f2066d5997d0ad8f" providerId="LiveId" clId="{56303137-7250-40E4-AD2F-558204F5C672}" dt="2023-12-18T04:23:46.857" v="3860" actId="14100"/>
          <ac:spMkLst>
            <pc:docMk/>
            <pc:sldMk cId="2435726416" sldId="263"/>
            <ac:spMk id="11" creationId="{D87DD4B5-803D-6DCE-B01D-7D7711A83282}"/>
          </ac:spMkLst>
        </pc:spChg>
        <pc:spChg chg="add del mod ord">
          <ac:chgData name="太郎 吉野" userId="f2066d5997d0ad8f" providerId="LiveId" clId="{56303137-7250-40E4-AD2F-558204F5C672}" dt="2023-12-18T04:20:48.010" v="3822" actId="478"/>
          <ac:spMkLst>
            <pc:docMk/>
            <pc:sldMk cId="2435726416" sldId="263"/>
            <ac:spMk id="12" creationId="{B18DAD5A-BD11-1495-A3F4-B77D8236A09A}"/>
          </ac:spMkLst>
        </pc:spChg>
        <pc:spChg chg="add mod">
          <ac:chgData name="太郎 吉野" userId="f2066d5997d0ad8f" providerId="LiveId" clId="{56303137-7250-40E4-AD2F-558204F5C672}" dt="2023-12-18T04:21:26.034" v="3829" actId="208"/>
          <ac:spMkLst>
            <pc:docMk/>
            <pc:sldMk cId="2435726416" sldId="263"/>
            <ac:spMk id="13" creationId="{9AEBC118-9705-CF0D-50AB-82089B5C7329}"/>
          </ac:spMkLst>
        </pc:spChg>
        <pc:spChg chg="add mod">
          <ac:chgData name="太郎 吉野" userId="f2066d5997d0ad8f" providerId="LiveId" clId="{56303137-7250-40E4-AD2F-558204F5C672}" dt="2023-12-18T04:21:40.710" v="3831" actId="1076"/>
          <ac:spMkLst>
            <pc:docMk/>
            <pc:sldMk cId="2435726416" sldId="263"/>
            <ac:spMk id="14" creationId="{7E904BD1-E108-994C-234F-69057199BE41}"/>
          </ac:spMkLst>
        </pc:spChg>
        <pc:spChg chg="add mod">
          <ac:chgData name="太郎 吉野" userId="f2066d5997d0ad8f" providerId="LiveId" clId="{56303137-7250-40E4-AD2F-558204F5C672}" dt="2023-12-18T04:24:00.080" v="3881" actId="6549"/>
          <ac:spMkLst>
            <pc:docMk/>
            <pc:sldMk cId="2435726416" sldId="263"/>
            <ac:spMk id="15" creationId="{63667FC5-8687-94BC-DE49-9165512983F3}"/>
          </ac:spMkLst>
        </pc:spChg>
        <pc:picChg chg="add del mod">
          <ac:chgData name="太郎 吉野" userId="f2066d5997d0ad8f" providerId="LiveId" clId="{56303137-7250-40E4-AD2F-558204F5C672}" dt="2023-12-18T01:59:47.650" v="2917" actId="478"/>
          <ac:picMkLst>
            <pc:docMk/>
            <pc:sldMk cId="2435726416" sldId="263"/>
            <ac:picMk id="5" creationId="{74271E54-2FB1-5AFB-69D1-656E24DA185D}"/>
          </ac:picMkLst>
        </pc:picChg>
        <pc:picChg chg="add mod">
          <ac:chgData name="太郎 吉野" userId="f2066d5997d0ad8f" providerId="LiveId" clId="{56303137-7250-40E4-AD2F-558204F5C672}" dt="2023-12-18T04:16:38.046" v="3694" actId="1076"/>
          <ac:picMkLst>
            <pc:docMk/>
            <pc:sldMk cId="2435726416" sldId="263"/>
            <ac:picMk id="8" creationId="{6C2F0264-C7B0-023B-8872-B53E7798AD03}"/>
          </ac:picMkLst>
        </pc:picChg>
      </pc:sldChg>
      <pc:sldChg chg="addSp modSp new mod">
        <pc:chgData name="太郎 吉野" userId="f2066d5997d0ad8f" providerId="LiveId" clId="{56303137-7250-40E4-AD2F-558204F5C672}" dt="2023-12-18T04:02:14.095" v="3506" actId="14100"/>
        <pc:sldMkLst>
          <pc:docMk/>
          <pc:sldMk cId="1241835619" sldId="264"/>
        </pc:sldMkLst>
        <pc:spChg chg="mod">
          <ac:chgData name="太郎 吉野" userId="f2066d5997d0ad8f" providerId="LiveId" clId="{56303137-7250-40E4-AD2F-558204F5C672}" dt="2023-12-18T04:00:46.875" v="3470" actId="20577"/>
          <ac:spMkLst>
            <pc:docMk/>
            <pc:sldMk cId="1241835619" sldId="264"/>
            <ac:spMk id="2" creationId="{AB6A9189-0620-635A-ED16-69E49655F089}"/>
          </ac:spMkLst>
        </pc:spChg>
        <pc:spChg chg="mod">
          <ac:chgData name="太郎 吉野" userId="f2066d5997d0ad8f" providerId="LiveId" clId="{56303137-7250-40E4-AD2F-558204F5C672}" dt="2023-12-18T04:02:14.095" v="3506" actId="14100"/>
          <ac:spMkLst>
            <pc:docMk/>
            <pc:sldMk cId="1241835619" sldId="264"/>
            <ac:spMk id="3" creationId="{242BDD6D-FDAD-5AD5-CB0E-5B91788A6E4F}"/>
          </ac:spMkLst>
        </pc:spChg>
        <pc:spChg chg="add mod">
          <ac:chgData name="太郎 吉野" userId="f2066d5997d0ad8f" providerId="LiveId" clId="{56303137-7250-40E4-AD2F-558204F5C672}" dt="2023-12-18T04:00:16.795" v="3462" actId="20577"/>
          <ac:spMkLst>
            <pc:docMk/>
            <pc:sldMk cId="1241835619" sldId="264"/>
            <ac:spMk id="4" creationId="{59FA4E47-B2BE-22B7-C1E7-2F1296F2CAB9}"/>
          </ac:spMkLst>
        </pc:spChg>
        <pc:spChg chg="add mod">
          <ac:chgData name="太郎 吉野" userId="f2066d5997d0ad8f" providerId="LiveId" clId="{56303137-7250-40E4-AD2F-558204F5C672}" dt="2023-12-18T04:00:27.496" v="3465" actId="14100"/>
          <ac:spMkLst>
            <pc:docMk/>
            <pc:sldMk cId="1241835619" sldId="264"/>
            <ac:spMk id="5" creationId="{2A2B1815-0ABE-A9C3-C2F5-E36246668194}"/>
          </ac:spMkLst>
        </pc:spChg>
      </pc:sldChg>
      <pc:sldChg chg="delSp modSp add mod">
        <pc:chgData name="太郎 吉野" userId="f2066d5997d0ad8f" providerId="LiveId" clId="{56303137-7250-40E4-AD2F-558204F5C672}" dt="2023-12-18T04:05:41.332" v="3629" actId="478"/>
        <pc:sldMkLst>
          <pc:docMk/>
          <pc:sldMk cId="1327211159" sldId="265"/>
        </pc:sldMkLst>
        <pc:spChg chg="mod">
          <ac:chgData name="太郎 吉野" userId="f2066d5997d0ad8f" providerId="LiveId" clId="{56303137-7250-40E4-AD2F-558204F5C672}" dt="2023-12-18T04:00:56.914" v="3496" actId="20577"/>
          <ac:spMkLst>
            <pc:docMk/>
            <pc:sldMk cId="1327211159" sldId="265"/>
            <ac:spMk id="2" creationId="{AB6A9189-0620-635A-ED16-69E49655F089}"/>
          </ac:spMkLst>
        </pc:spChg>
        <pc:spChg chg="mod">
          <ac:chgData name="太郎 吉野" userId="f2066d5997d0ad8f" providerId="LiveId" clId="{56303137-7250-40E4-AD2F-558204F5C672}" dt="2023-12-18T04:05:35.154" v="3628" actId="108"/>
          <ac:spMkLst>
            <pc:docMk/>
            <pc:sldMk cId="1327211159" sldId="265"/>
            <ac:spMk id="3" creationId="{242BDD6D-FDAD-5AD5-CB0E-5B91788A6E4F}"/>
          </ac:spMkLst>
        </pc:spChg>
        <pc:spChg chg="del">
          <ac:chgData name="太郎 吉野" userId="f2066d5997d0ad8f" providerId="LiveId" clId="{56303137-7250-40E4-AD2F-558204F5C672}" dt="2023-12-18T04:05:41.332" v="3629" actId="478"/>
          <ac:spMkLst>
            <pc:docMk/>
            <pc:sldMk cId="1327211159" sldId="265"/>
            <ac:spMk id="5" creationId="{2A2B1815-0ABE-A9C3-C2F5-E36246668194}"/>
          </ac:spMkLst>
        </pc:spChg>
      </pc:sldChg>
      <pc:sldChg chg="modSp add mod">
        <pc:chgData name="太郎 吉野" userId="f2066d5997d0ad8f" providerId="LiveId" clId="{56303137-7250-40E4-AD2F-558204F5C672}" dt="2023-12-18T04:06:24.636" v="3654"/>
        <pc:sldMkLst>
          <pc:docMk/>
          <pc:sldMk cId="3064773161" sldId="266"/>
        </pc:sldMkLst>
        <pc:spChg chg="mod">
          <ac:chgData name="太郎 吉野" userId="f2066d5997d0ad8f" providerId="LiveId" clId="{56303137-7250-40E4-AD2F-558204F5C672}" dt="2023-12-18T04:06:16.926" v="3653" actId="20577"/>
          <ac:spMkLst>
            <pc:docMk/>
            <pc:sldMk cId="3064773161" sldId="266"/>
            <ac:spMk id="2" creationId="{AB6A9189-0620-635A-ED16-69E49655F089}"/>
          </ac:spMkLst>
        </pc:spChg>
        <pc:spChg chg="mod">
          <ac:chgData name="太郎 吉野" userId="f2066d5997d0ad8f" providerId="LiveId" clId="{56303137-7250-40E4-AD2F-558204F5C672}" dt="2023-12-18T04:06:24.636" v="3654"/>
          <ac:spMkLst>
            <pc:docMk/>
            <pc:sldMk cId="3064773161" sldId="266"/>
            <ac:spMk id="3" creationId="{242BDD6D-FDAD-5AD5-CB0E-5B91788A6E4F}"/>
          </ac:spMkLst>
        </pc:spChg>
      </pc:sldChg>
      <pc:sldChg chg="delSp modSp add mod">
        <pc:chgData name="太郎 吉野" userId="f2066d5997d0ad8f" providerId="LiveId" clId="{56303137-7250-40E4-AD2F-558204F5C672}" dt="2023-12-18T04:06:52.309" v="3690"/>
        <pc:sldMkLst>
          <pc:docMk/>
          <pc:sldMk cId="3856394645" sldId="267"/>
        </pc:sldMkLst>
        <pc:spChg chg="mod">
          <ac:chgData name="太郎 吉野" userId="f2066d5997d0ad8f" providerId="LiveId" clId="{56303137-7250-40E4-AD2F-558204F5C672}" dt="2023-12-18T04:06:40.541" v="3688" actId="20577"/>
          <ac:spMkLst>
            <pc:docMk/>
            <pc:sldMk cId="3856394645" sldId="267"/>
            <ac:spMk id="2" creationId="{AB6A9189-0620-635A-ED16-69E49655F089}"/>
          </ac:spMkLst>
        </pc:spChg>
        <pc:spChg chg="mod">
          <ac:chgData name="太郎 吉野" userId="f2066d5997d0ad8f" providerId="LiveId" clId="{56303137-7250-40E4-AD2F-558204F5C672}" dt="2023-12-18T04:06:52.309" v="3690"/>
          <ac:spMkLst>
            <pc:docMk/>
            <pc:sldMk cId="3856394645" sldId="267"/>
            <ac:spMk id="3" creationId="{242BDD6D-FDAD-5AD5-CB0E-5B91788A6E4F}"/>
          </ac:spMkLst>
        </pc:spChg>
        <pc:spChg chg="del">
          <ac:chgData name="太郎 吉野" userId="f2066d5997d0ad8f" providerId="LiveId" clId="{56303137-7250-40E4-AD2F-558204F5C672}" dt="2023-12-18T04:06:43.555" v="3689" actId="478"/>
          <ac:spMkLst>
            <pc:docMk/>
            <pc:sldMk cId="3856394645" sldId="267"/>
            <ac:spMk id="4" creationId="{59FA4E47-B2BE-22B7-C1E7-2F1296F2CAB9}"/>
          </ac:spMkLst>
        </pc:spChg>
      </pc:sldChg>
      <pc:sldChg chg="addSp delSp modSp add mod">
        <pc:chgData name="太郎 吉野" userId="f2066d5997d0ad8f" providerId="LiveId" clId="{56303137-7250-40E4-AD2F-558204F5C672}" dt="2023-12-18T04:24:43.093" v="3904" actId="1038"/>
        <pc:sldMkLst>
          <pc:docMk/>
          <pc:sldMk cId="318930363" sldId="268"/>
        </pc:sldMkLst>
        <pc:spChg chg="add mod">
          <ac:chgData name="太郎 吉野" userId="f2066d5997d0ad8f" providerId="LiveId" clId="{56303137-7250-40E4-AD2F-558204F5C672}" dt="2023-12-18T04:23:24.994" v="3856" actId="1076"/>
          <ac:spMkLst>
            <pc:docMk/>
            <pc:sldMk cId="318930363" sldId="268"/>
            <ac:spMk id="2" creationId="{5E2BD8FC-3679-DB3C-324E-5C59D2D162B2}"/>
          </ac:spMkLst>
        </pc:spChg>
        <pc:spChg chg="add del mod">
          <ac:chgData name="太郎 吉野" userId="f2066d5997d0ad8f" providerId="LiveId" clId="{56303137-7250-40E4-AD2F-558204F5C672}" dt="2023-12-18T04:24:22.617" v="3887" actId="478"/>
          <ac:spMkLst>
            <pc:docMk/>
            <pc:sldMk cId="318930363" sldId="268"/>
            <ac:spMk id="3" creationId="{7E966E02-D476-5979-CFEB-C59154943E55}"/>
          </ac:spMkLst>
        </pc:spChg>
        <pc:spChg chg="add mod">
          <ac:chgData name="太郎 吉野" userId="f2066d5997d0ad8f" providerId="LiveId" clId="{56303137-7250-40E4-AD2F-558204F5C672}" dt="2023-12-18T04:24:29.585" v="3890" actId="14100"/>
          <ac:spMkLst>
            <pc:docMk/>
            <pc:sldMk cId="318930363" sldId="268"/>
            <ac:spMk id="4" creationId="{23C67D32-3A7D-4D5E-9302-5E5119A64E7C}"/>
          </ac:spMkLst>
        </pc:spChg>
        <pc:spChg chg="add mod">
          <ac:chgData name="太郎 吉野" userId="f2066d5997d0ad8f" providerId="LiveId" clId="{56303137-7250-40E4-AD2F-558204F5C672}" dt="2023-12-18T04:24:43.093" v="3904" actId="1038"/>
          <ac:spMkLst>
            <pc:docMk/>
            <pc:sldMk cId="318930363" sldId="268"/>
            <ac:spMk id="5" creationId="{56F1AC7E-ADC4-29E6-18B9-DFF0E75B5660}"/>
          </ac:spMkLst>
        </pc:spChg>
        <pc:spChg chg="add mod">
          <ac:chgData name="太郎 吉野" userId="f2066d5997d0ad8f" providerId="LiveId" clId="{56303137-7250-40E4-AD2F-558204F5C672}" dt="2023-12-18T04:24:39.477" v="3896" actId="1076"/>
          <ac:spMkLst>
            <pc:docMk/>
            <pc:sldMk cId="318930363" sldId="268"/>
            <ac:spMk id="7" creationId="{4BDAC052-AC89-255F-4433-09240D032515}"/>
          </ac:spMkLst>
        </pc:spChg>
        <pc:spChg chg="mod">
          <ac:chgData name="太郎 吉野" userId="f2066d5997d0ad8f" providerId="LiveId" clId="{56303137-7250-40E4-AD2F-558204F5C672}" dt="2023-12-18T04:24:11.060" v="3884" actId="14100"/>
          <ac:spMkLst>
            <pc:docMk/>
            <pc:sldMk cId="318930363" sldId="268"/>
            <ac:spMk id="11" creationId="{D87DD4B5-803D-6DCE-B01D-7D7711A83282}"/>
          </ac:spMkLst>
        </pc:spChg>
        <pc:spChg chg="del">
          <ac:chgData name="太郎 吉野" userId="f2066d5997d0ad8f" providerId="LiveId" clId="{56303137-7250-40E4-AD2F-558204F5C672}" dt="2023-12-18T04:23:03.618" v="3853" actId="478"/>
          <ac:spMkLst>
            <pc:docMk/>
            <pc:sldMk cId="318930363" sldId="268"/>
            <ac:spMk id="13" creationId="{9AEBC118-9705-CF0D-50AB-82089B5C7329}"/>
          </ac:spMkLst>
        </pc:spChg>
        <pc:spChg chg="mod">
          <ac:chgData name="太郎 吉野" userId="f2066d5997d0ad8f" providerId="LiveId" clId="{56303137-7250-40E4-AD2F-558204F5C672}" dt="2023-12-18T04:23:11.571" v="3854" actId="1076"/>
          <ac:spMkLst>
            <pc:docMk/>
            <pc:sldMk cId="318930363" sldId="268"/>
            <ac:spMk id="14" creationId="{7E904BD1-E108-994C-234F-69057199BE41}"/>
          </ac:spMkLst>
        </pc:spChg>
        <pc:picChg chg="mod">
          <ac:chgData name="太郎 吉野" userId="f2066d5997d0ad8f" providerId="LiveId" clId="{56303137-7250-40E4-AD2F-558204F5C672}" dt="2023-12-18T04:24:36.618" v="3895" actId="1076"/>
          <ac:picMkLst>
            <pc:docMk/>
            <pc:sldMk cId="318930363" sldId="268"/>
            <ac:picMk id="8" creationId="{6C2F0264-C7B0-023B-8872-B53E7798AD03}"/>
          </ac:picMkLst>
        </pc:picChg>
      </pc:sldChg>
      <pc:sldChg chg="addSp delSp modSp add mod">
        <pc:chgData name="太郎 吉野" userId="f2066d5997d0ad8f" providerId="LiveId" clId="{56303137-7250-40E4-AD2F-558204F5C672}" dt="2023-12-18T17:07:22.363" v="4129" actId="20577"/>
        <pc:sldMkLst>
          <pc:docMk/>
          <pc:sldMk cId="558045608" sldId="269"/>
        </pc:sldMkLst>
        <pc:spChg chg="add mod">
          <ac:chgData name="太郎 吉野" userId="f2066d5997d0ad8f" providerId="LiveId" clId="{56303137-7250-40E4-AD2F-558204F5C672}" dt="2023-12-18T17:07:22.363" v="4129" actId="20577"/>
          <ac:spMkLst>
            <pc:docMk/>
            <pc:sldMk cId="558045608" sldId="269"/>
            <ac:spMk id="3" creationId="{8A018F05-85F9-1470-79D3-35C30F4A2194}"/>
          </ac:spMkLst>
        </pc:spChg>
        <pc:graphicFrameChg chg="del">
          <ac:chgData name="太郎 吉野" userId="f2066d5997d0ad8f" providerId="LiveId" clId="{56303137-7250-40E4-AD2F-558204F5C672}" dt="2023-12-18T09:02:38.355" v="3906" actId="478"/>
          <ac:graphicFrameMkLst>
            <pc:docMk/>
            <pc:sldMk cId="558045608" sldId="269"/>
            <ac:graphicFrameMk id="4" creationId="{E3164B40-35F4-8B8A-3551-CB9C1BB84CF2}"/>
          </ac:graphicFrameMkLst>
        </pc:graphicFrameChg>
      </pc:sldChg>
      <pc:sldMasterChg chg="modSp modSldLayout">
        <pc:chgData name="太郎 吉野" userId="f2066d5997d0ad8f" providerId="LiveId" clId="{56303137-7250-40E4-AD2F-558204F5C672}" dt="2023-12-18T01:05:02.277" v="1734"/>
        <pc:sldMasterMkLst>
          <pc:docMk/>
          <pc:sldMasterMk cId="790561124" sldId="2147483648"/>
        </pc:sldMasterMkLst>
        <pc:spChg chg="mod">
          <ac:chgData name="太郎 吉野" userId="f2066d5997d0ad8f" providerId="LiveId" clId="{56303137-7250-40E4-AD2F-558204F5C672}" dt="2023-12-18T01:05:02.277" v="1734"/>
          <ac:spMkLst>
            <pc:docMk/>
            <pc:sldMasterMk cId="790561124" sldId="2147483648"/>
            <ac:spMk id="2" creationId="{0A367B4C-53C2-8CBD-6AB4-220B24CDBEE0}"/>
          </ac:spMkLst>
        </pc:spChg>
        <pc:spChg chg="mod">
          <ac:chgData name="太郎 吉野" userId="f2066d5997d0ad8f" providerId="LiveId" clId="{56303137-7250-40E4-AD2F-558204F5C672}" dt="2023-12-18T01:05:02.277" v="1734"/>
          <ac:spMkLst>
            <pc:docMk/>
            <pc:sldMasterMk cId="790561124" sldId="2147483648"/>
            <ac:spMk id="3" creationId="{5DEAB919-E3DC-C279-AE63-25EE0E9272D6}"/>
          </ac:spMkLst>
        </pc:spChg>
        <pc:spChg chg="mod">
          <ac:chgData name="太郎 吉野" userId="f2066d5997d0ad8f" providerId="LiveId" clId="{56303137-7250-40E4-AD2F-558204F5C672}" dt="2023-12-18T01:05:02.277" v="1734"/>
          <ac:spMkLst>
            <pc:docMk/>
            <pc:sldMasterMk cId="790561124" sldId="2147483648"/>
            <ac:spMk id="4" creationId="{8116A1BE-FBE9-62F3-637F-C25FEFAA4406}"/>
          </ac:spMkLst>
        </pc:spChg>
        <pc:spChg chg="mod">
          <ac:chgData name="太郎 吉野" userId="f2066d5997d0ad8f" providerId="LiveId" clId="{56303137-7250-40E4-AD2F-558204F5C672}" dt="2023-12-18T01:05:02.277" v="1734"/>
          <ac:spMkLst>
            <pc:docMk/>
            <pc:sldMasterMk cId="790561124" sldId="2147483648"/>
            <ac:spMk id="5" creationId="{B956DF80-4560-9A71-0E08-216072823846}"/>
          </ac:spMkLst>
        </pc:spChg>
        <pc:spChg chg="mod">
          <ac:chgData name="太郎 吉野" userId="f2066d5997d0ad8f" providerId="LiveId" clId="{56303137-7250-40E4-AD2F-558204F5C672}" dt="2023-12-18T01:05:02.277" v="1734"/>
          <ac:spMkLst>
            <pc:docMk/>
            <pc:sldMasterMk cId="790561124" sldId="2147483648"/>
            <ac:spMk id="6" creationId="{806BB054-4C73-1763-4D8F-51E67D4F30D7}"/>
          </ac:spMkLst>
        </pc:spChg>
        <pc:sldLayoutChg chg="modSp">
          <pc:chgData name="太郎 吉野" userId="f2066d5997d0ad8f" providerId="LiveId" clId="{56303137-7250-40E4-AD2F-558204F5C672}" dt="2023-12-18T01:05:02.277" v="1734"/>
          <pc:sldLayoutMkLst>
            <pc:docMk/>
            <pc:sldMasterMk cId="790561124" sldId="2147483648"/>
            <pc:sldLayoutMk cId="1405850751" sldId="2147483649"/>
          </pc:sldLayoutMkLst>
          <pc:spChg chg="mod">
            <ac:chgData name="太郎 吉野" userId="f2066d5997d0ad8f" providerId="LiveId" clId="{56303137-7250-40E4-AD2F-558204F5C672}" dt="2023-12-18T01:05:02.277" v="1734"/>
            <ac:spMkLst>
              <pc:docMk/>
              <pc:sldMasterMk cId="790561124" sldId="2147483648"/>
              <pc:sldLayoutMk cId="1405850751" sldId="2147483649"/>
              <ac:spMk id="2" creationId="{B508319F-B34F-A4FF-F263-6820A183657D}"/>
            </ac:spMkLst>
          </pc:spChg>
          <pc:spChg chg="mod">
            <ac:chgData name="太郎 吉野" userId="f2066d5997d0ad8f" providerId="LiveId" clId="{56303137-7250-40E4-AD2F-558204F5C672}" dt="2023-12-18T01:05:02.277" v="1734"/>
            <ac:spMkLst>
              <pc:docMk/>
              <pc:sldMasterMk cId="790561124" sldId="2147483648"/>
              <pc:sldLayoutMk cId="1405850751" sldId="2147483649"/>
              <ac:spMk id="3" creationId="{3F33C8A0-2107-6257-490C-CB32DC1AE7F3}"/>
            </ac:spMkLst>
          </pc:spChg>
        </pc:sldLayoutChg>
        <pc:sldLayoutChg chg="modSp">
          <pc:chgData name="太郎 吉野" userId="f2066d5997d0ad8f" providerId="LiveId" clId="{56303137-7250-40E4-AD2F-558204F5C672}" dt="2023-12-18T01:05:02.277" v="1734"/>
          <pc:sldLayoutMkLst>
            <pc:docMk/>
            <pc:sldMasterMk cId="790561124" sldId="2147483648"/>
            <pc:sldLayoutMk cId="2333323739" sldId="2147483651"/>
          </pc:sldLayoutMkLst>
          <pc:spChg chg="mod">
            <ac:chgData name="太郎 吉野" userId="f2066d5997d0ad8f" providerId="LiveId" clId="{56303137-7250-40E4-AD2F-558204F5C672}" dt="2023-12-18T01:05:02.277" v="1734"/>
            <ac:spMkLst>
              <pc:docMk/>
              <pc:sldMasterMk cId="790561124" sldId="2147483648"/>
              <pc:sldLayoutMk cId="2333323739" sldId="2147483651"/>
              <ac:spMk id="2" creationId="{3995E818-3EEC-EB90-B12C-74C80F2650CB}"/>
            </ac:spMkLst>
          </pc:spChg>
          <pc:spChg chg="mod">
            <ac:chgData name="太郎 吉野" userId="f2066d5997d0ad8f" providerId="LiveId" clId="{56303137-7250-40E4-AD2F-558204F5C672}" dt="2023-12-18T01:05:02.277" v="1734"/>
            <ac:spMkLst>
              <pc:docMk/>
              <pc:sldMasterMk cId="790561124" sldId="2147483648"/>
              <pc:sldLayoutMk cId="2333323739" sldId="2147483651"/>
              <ac:spMk id="3" creationId="{71F356B9-529F-D233-2F97-460C83B3E15B}"/>
            </ac:spMkLst>
          </pc:spChg>
        </pc:sldLayoutChg>
        <pc:sldLayoutChg chg="modSp">
          <pc:chgData name="太郎 吉野" userId="f2066d5997d0ad8f" providerId="LiveId" clId="{56303137-7250-40E4-AD2F-558204F5C672}" dt="2023-12-18T01:05:02.277" v="1734"/>
          <pc:sldLayoutMkLst>
            <pc:docMk/>
            <pc:sldMasterMk cId="790561124" sldId="2147483648"/>
            <pc:sldLayoutMk cId="383146317" sldId="2147483652"/>
          </pc:sldLayoutMkLst>
          <pc:spChg chg="mod">
            <ac:chgData name="太郎 吉野" userId="f2066d5997d0ad8f" providerId="LiveId" clId="{56303137-7250-40E4-AD2F-558204F5C672}" dt="2023-12-18T01:05:02.277" v="1734"/>
            <ac:spMkLst>
              <pc:docMk/>
              <pc:sldMasterMk cId="790561124" sldId="2147483648"/>
              <pc:sldLayoutMk cId="383146317" sldId="2147483652"/>
              <ac:spMk id="3" creationId="{B9A9B5C8-7A0C-8EE3-5E59-32ADACBEABAD}"/>
            </ac:spMkLst>
          </pc:spChg>
          <pc:spChg chg="mod">
            <ac:chgData name="太郎 吉野" userId="f2066d5997d0ad8f" providerId="LiveId" clId="{56303137-7250-40E4-AD2F-558204F5C672}" dt="2023-12-18T01:05:02.277" v="1734"/>
            <ac:spMkLst>
              <pc:docMk/>
              <pc:sldMasterMk cId="790561124" sldId="2147483648"/>
              <pc:sldLayoutMk cId="383146317" sldId="2147483652"/>
              <ac:spMk id="4" creationId="{FC112087-0462-1EED-042B-A2D60B98AB7B}"/>
            </ac:spMkLst>
          </pc:spChg>
        </pc:sldLayoutChg>
        <pc:sldLayoutChg chg="modSp">
          <pc:chgData name="太郎 吉野" userId="f2066d5997d0ad8f" providerId="LiveId" clId="{56303137-7250-40E4-AD2F-558204F5C672}" dt="2023-12-18T01:05:02.277" v="1734"/>
          <pc:sldLayoutMkLst>
            <pc:docMk/>
            <pc:sldMasterMk cId="790561124" sldId="2147483648"/>
            <pc:sldLayoutMk cId="2660717993" sldId="2147483653"/>
          </pc:sldLayoutMkLst>
          <pc:spChg chg="mod">
            <ac:chgData name="太郎 吉野" userId="f2066d5997d0ad8f" providerId="LiveId" clId="{56303137-7250-40E4-AD2F-558204F5C672}" dt="2023-12-18T01:05:02.277" v="1734"/>
            <ac:spMkLst>
              <pc:docMk/>
              <pc:sldMasterMk cId="790561124" sldId="2147483648"/>
              <pc:sldLayoutMk cId="2660717993" sldId="2147483653"/>
              <ac:spMk id="2" creationId="{46B2E201-9EB6-C5F0-6465-39127D2B23F3}"/>
            </ac:spMkLst>
          </pc:spChg>
          <pc:spChg chg="mod">
            <ac:chgData name="太郎 吉野" userId="f2066d5997d0ad8f" providerId="LiveId" clId="{56303137-7250-40E4-AD2F-558204F5C672}" dt="2023-12-18T01:05:02.277" v="1734"/>
            <ac:spMkLst>
              <pc:docMk/>
              <pc:sldMasterMk cId="790561124" sldId="2147483648"/>
              <pc:sldLayoutMk cId="2660717993" sldId="2147483653"/>
              <ac:spMk id="3" creationId="{46C1B577-966C-670C-DD23-7E4EA30A65EE}"/>
            </ac:spMkLst>
          </pc:spChg>
          <pc:spChg chg="mod">
            <ac:chgData name="太郎 吉野" userId="f2066d5997d0ad8f" providerId="LiveId" clId="{56303137-7250-40E4-AD2F-558204F5C672}" dt="2023-12-18T01:05:02.277" v="1734"/>
            <ac:spMkLst>
              <pc:docMk/>
              <pc:sldMasterMk cId="790561124" sldId="2147483648"/>
              <pc:sldLayoutMk cId="2660717993" sldId="2147483653"/>
              <ac:spMk id="4" creationId="{3BE99BEE-528E-8A36-4B11-8759F695057F}"/>
            </ac:spMkLst>
          </pc:spChg>
          <pc:spChg chg="mod">
            <ac:chgData name="太郎 吉野" userId="f2066d5997d0ad8f" providerId="LiveId" clId="{56303137-7250-40E4-AD2F-558204F5C672}" dt="2023-12-18T01:05:02.277" v="1734"/>
            <ac:spMkLst>
              <pc:docMk/>
              <pc:sldMasterMk cId="790561124" sldId="2147483648"/>
              <pc:sldLayoutMk cId="2660717993" sldId="2147483653"/>
              <ac:spMk id="5" creationId="{A0CBC332-3C85-60E8-0D54-C19139C5504E}"/>
            </ac:spMkLst>
          </pc:spChg>
          <pc:spChg chg="mod">
            <ac:chgData name="太郎 吉野" userId="f2066d5997d0ad8f" providerId="LiveId" clId="{56303137-7250-40E4-AD2F-558204F5C672}" dt="2023-12-18T01:05:02.277" v="1734"/>
            <ac:spMkLst>
              <pc:docMk/>
              <pc:sldMasterMk cId="790561124" sldId="2147483648"/>
              <pc:sldLayoutMk cId="2660717993" sldId="2147483653"/>
              <ac:spMk id="6" creationId="{DFF46AE3-7143-877D-32C8-44154A571913}"/>
            </ac:spMkLst>
          </pc:spChg>
        </pc:sldLayoutChg>
        <pc:sldLayoutChg chg="modSp">
          <pc:chgData name="太郎 吉野" userId="f2066d5997d0ad8f" providerId="LiveId" clId="{56303137-7250-40E4-AD2F-558204F5C672}" dt="2023-12-18T01:05:02.277" v="1734"/>
          <pc:sldLayoutMkLst>
            <pc:docMk/>
            <pc:sldMasterMk cId="790561124" sldId="2147483648"/>
            <pc:sldLayoutMk cId="3049218414" sldId="2147483656"/>
          </pc:sldLayoutMkLst>
          <pc:spChg chg="mod">
            <ac:chgData name="太郎 吉野" userId="f2066d5997d0ad8f" providerId="LiveId" clId="{56303137-7250-40E4-AD2F-558204F5C672}" dt="2023-12-18T01:05:02.277" v="1734"/>
            <ac:spMkLst>
              <pc:docMk/>
              <pc:sldMasterMk cId="790561124" sldId="2147483648"/>
              <pc:sldLayoutMk cId="3049218414" sldId="2147483656"/>
              <ac:spMk id="2" creationId="{E98919E3-262B-0619-8305-61DC51C40972}"/>
            </ac:spMkLst>
          </pc:spChg>
          <pc:spChg chg="mod">
            <ac:chgData name="太郎 吉野" userId="f2066d5997d0ad8f" providerId="LiveId" clId="{56303137-7250-40E4-AD2F-558204F5C672}" dt="2023-12-18T01:05:02.277" v="1734"/>
            <ac:spMkLst>
              <pc:docMk/>
              <pc:sldMasterMk cId="790561124" sldId="2147483648"/>
              <pc:sldLayoutMk cId="3049218414" sldId="2147483656"/>
              <ac:spMk id="3" creationId="{EE0D4287-2EF7-F36D-A719-AEFFAB88698E}"/>
            </ac:spMkLst>
          </pc:spChg>
          <pc:spChg chg="mod">
            <ac:chgData name="太郎 吉野" userId="f2066d5997d0ad8f" providerId="LiveId" clId="{56303137-7250-40E4-AD2F-558204F5C672}" dt="2023-12-18T01:05:02.277" v="1734"/>
            <ac:spMkLst>
              <pc:docMk/>
              <pc:sldMasterMk cId="790561124" sldId="2147483648"/>
              <pc:sldLayoutMk cId="3049218414" sldId="2147483656"/>
              <ac:spMk id="4" creationId="{D6D6B76C-0262-8C53-0430-77B3C52B07C3}"/>
            </ac:spMkLst>
          </pc:spChg>
        </pc:sldLayoutChg>
        <pc:sldLayoutChg chg="modSp">
          <pc:chgData name="太郎 吉野" userId="f2066d5997d0ad8f" providerId="LiveId" clId="{56303137-7250-40E4-AD2F-558204F5C672}" dt="2023-12-18T01:05:02.277" v="1734"/>
          <pc:sldLayoutMkLst>
            <pc:docMk/>
            <pc:sldMasterMk cId="790561124" sldId="2147483648"/>
            <pc:sldLayoutMk cId="3198691597" sldId="2147483657"/>
          </pc:sldLayoutMkLst>
          <pc:spChg chg="mod">
            <ac:chgData name="太郎 吉野" userId="f2066d5997d0ad8f" providerId="LiveId" clId="{56303137-7250-40E4-AD2F-558204F5C672}" dt="2023-12-18T01:05:02.277" v="1734"/>
            <ac:spMkLst>
              <pc:docMk/>
              <pc:sldMasterMk cId="790561124" sldId="2147483648"/>
              <pc:sldLayoutMk cId="3198691597" sldId="2147483657"/>
              <ac:spMk id="2" creationId="{1B851F8E-A51F-EE0A-A8B2-7930D83387BF}"/>
            </ac:spMkLst>
          </pc:spChg>
          <pc:spChg chg="mod">
            <ac:chgData name="太郎 吉野" userId="f2066d5997d0ad8f" providerId="LiveId" clId="{56303137-7250-40E4-AD2F-558204F5C672}" dt="2023-12-18T01:05:02.277" v="1734"/>
            <ac:spMkLst>
              <pc:docMk/>
              <pc:sldMasterMk cId="790561124" sldId="2147483648"/>
              <pc:sldLayoutMk cId="3198691597" sldId="2147483657"/>
              <ac:spMk id="3" creationId="{64510B26-44EC-28B5-053B-162FCE4DD952}"/>
            </ac:spMkLst>
          </pc:spChg>
          <pc:spChg chg="mod">
            <ac:chgData name="太郎 吉野" userId="f2066d5997d0ad8f" providerId="LiveId" clId="{56303137-7250-40E4-AD2F-558204F5C672}" dt="2023-12-18T01:05:02.277" v="1734"/>
            <ac:spMkLst>
              <pc:docMk/>
              <pc:sldMasterMk cId="790561124" sldId="2147483648"/>
              <pc:sldLayoutMk cId="3198691597" sldId="2147483657"/>
              <ac:spMk id="4" creationId="{360634DE-CA8D-BA28-37AC-E0370FE754BF}"/>
            </ac:spMkLst>
          </pc:spChg>
        </pc:sldLayoutChg>
        <pc:sldLayoutChg chg="modSp">
          <pc:chgData name="太郎 吉野" userId="f2066d5997d0ad8f" providerId="LiveId" clId="{56303137-7250-40E4-AD2F-558204F5C672}" dt="2023-12-18T01:05:02.277" v="1734"/>
          <pc:sldLayoutMkLst>
            <pc:docMk/>
            <pc:sldMasterMk cId="790561124" sldId="2147483648"/>
            <pc:sldLayoutMk cId="2188245326" sldId="2147483659"/>
          </pc:sldLayoutMkLst>
          <pc:spChg chg="mod">
            <ac:chgData name="太郎 吉野" userId="f2066d5997d0ad8f" providerId="LiveId" clId="{56303137-7250-40E4-AD2F-558204F5C672}" dt="2023-12-18T01:05:02.277" v="1734"/>
            <ac:spMkLst>
              <pc:docMk/>
              <pc:sldMasterMk cId="790561124" sldId="2147483648"/>
              <pc:sldLayoutMk cId="2188245326" sldId="2147483659"/>
              <ac:spMk id="2" creationId="{3F96C20F-7BDB-76D6-99A9-5F977C06E637}"/>
            </ac:spMkLst>
          </pc:spChg>
          <pc:spChg chg="mod">
            <ac:chgData name="太郎 吉野" userId="f2066d5997d0ad8f" providerId="LiveId" clId="{56303137-7250-40E4-AD2F-558204F5C672}" dt="2023-12-18T01:05:02.277" v="1734"/>
            <ac:spMkLst>
              <pc:docMk/>
              <pc:sldMasterMk cId="790561124" sldId="2147483648"/>
              <pc:sldLayoutMk cId="2188245326" sldId="2147483659"/>
              <ac:spMk id="3" creationId="{EEA6D9E4-E59E-F0D7-041C-D9F33923C578}"/>
            </ac:spMkLst>
          </pc:s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1206705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1410384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1877590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4173932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2344133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119316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3663820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2624485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1330820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414085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BDD0560-DCA1-4BA1-AE45-BD190179B286}" type="datetimeFigureOut">
              <a:rPr kumimoji="1" lang="ja-JP" altLang="en-US" smtClean="0"/>
              <a:t>2024/12/23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195450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DD0560-DCA1-4BA1-AE45-BD190179B286}" type="datetimeFigureOut">
              <a:rPr kumimoji="1" lang="ja-JP" altLang="en-US" smtClean="0"/>
              <a:t>2024/12/23</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2C4C0B-B698-464E-80CF-0B47C2893588}" type="slidenum">
              <a:rPr kumimoji="1" lang="ja-JP" altLang="en-US" smtClean="0"/>
              <a:t>‹#›</a:t>
            </a:fld>
            <a:endParaRPr kumimoji="1" lang="ja-JP" altLang="en-US"/>
          </a:p>
        </p:txBody>
      </p:sp>
    </p:spTree>
    <p:extLst>
      <p:ext uri="{BB962C8B-B14F-4D97-AF65-F5344CB8AC3E}">
        <p14:creationId xmlns:p14="http://schemas.microsoft.com/office/powerpoint/2010/main" val="32424871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5674496-9180-6BFA-D2FB-FC7DFBC3F029}"/>
              </a:ext>
            </a:extLst>
          </p:cNvPr>
          <p:cNvSpPr>
            <a:spLocks noGrp="1"/>
          </p:cNvSpPr>
          <p:nvPr>
            <p:ph idx="1"/>
          </p:nvPr>
        </p:nvSpPr>
        <p:spPr>
          <a:xfrm>
            <a:off x="400050" y="1292191"/>
            <a:ext cx="7886700" cy="3263504"/>
          </a:xfrm>
        </p:spPr>
        <p:txBody>
          <a:bodyPr>
            <a:normAutofit lnSpcReduction="10000"/>
          </a:bodyPr>
          <a:lstStyle/>
          <a:p>
            <a:r>
              <a:rPr lang="ja-JP" altLang="en-US" sz="2000" dirty="0">
                <a:latin typeface="メイリオ" panose="020B0604030504040204" pitchFamily="50" charset="-128"/>
                <a:ea typeface="メイリオ" panose="020B0604030504040204" pitchFamily="50" charset="-128"/>
              </a:rPr>
              <a:t>メモ</a:t>
            </a:r>
            <a:endParaRPr lang="en-US" altLang="ja-JP" sz="2000" dirty="0">
              <a:latin typeface="メイリオ" panose="020B0604030504040204" pitchFamily="50" charset="-128"/>
              <a:ea typeface="メイリオ" panose="020B0604030504040204" pitchFamily="50" charset="-128"/>
            </a:endParaRPr>
          </a:p>
          <a:p>
            <a:r>
              <a:rPr lang="ja-JP" altLang="en-US" sz="2000" dirty="0">
                <a:latin typeface="メイリオ" panose="020B0604030504040204" pitchFamily="50" charset="-128"/>
                <a:ea typeface="メイリオ" panose="020B0604030504040204" pitchFamily="50" charset="-128"/>
              </a:rPr>
              <a:t>今回の手法についてをまず記載する。</a:t>
            </a:r>
            <a:endParaRPr lang="en-US" altLang="ja-JP" sz="2000" dirty="0">
              <a:latin typeface="メイリオ" panose="020B0604030504040204" pitchFamily="50" charset="-128"/>
              <a:ea typeface="メイリオ" panose="020B0604030504040204" pitchFamily="50" charset="-128"/>
            </a:endParaRPr>
          </a:p>
          <a:p>
            <a:r>
              <a:rPr kumimoji="1" lang="ja-JP" altLang="en-US" sz="2000" dirty="0">
                <a:latin typeface="メイリオ" panose="020B0604030504040204" pitchFamily="50" charset="-128"/>
                <a:ea typeface="メイリオ" panose="020B0604030504040204" pitchFamily="50" charset="-128"/>
              </a:rPr>
              <a:t>３つ目の手法を載せるかは検討。</a:t>
            </a:r>
            <a:r>
              <a:rPr lang="ja-JP" altLang="en-US" sz="2000" dirty="0">
                <a:latin typeface="メイリオ" panose="020B0604030504040204" pitchFamily="50" charset="-128"/>
                <a:ea typeface="メイリオ" panose="020B0604030504040204" pitchFamily="50" charset="-128"/>
              </a:rPr>
              <a:t>（特許ではないので載せても問題ないはず）</a:t>
            </a:r>
            <a:endParaRPr lang="en-US" altLang="ja-JP" sz="2000" dirty="0">
              <a:latin typeface="メイリオ" panose="020B0604030504040204" pitchFamily="50" charset="-128"/>
              <a:ea typeface="メイリオ" panose="020B0604030504040204" pitchFamily="50" charset="-128"/>
            </a:endParaRPr>
          </a:p>
          <a:p>
            <a:r>
              <a:rPr kumimoji="1" lang="ja-JP" altLang="en-US" sz="2000" dirty="0">
                <a:latin typeface="メイリオ" panose="020B0604030504040204" pitchFamily="50" charset="-128"/>
                <a:ea typeface="メイリオ" panose="020B0604030504040204" pitchFamily="50" charset="-128"/>
              </a:rPr>
              <a:t>手法の定性評価を記載</a:t>
            </a:r>
            <a:endParaRPr kumimoji="1" lang="en-US" altLang="ja-JP" sz="2000" dirty="0">
              <a:latin typeface="メイリオ" panose="020B0604030504040204" pitchFamily="50" charset="-128"/>
              <a:ea typeface="メイリオ" panose="020B0604030504040204" pitchFamily="50" charset="-128"/>
            </a:endParaRPr>
          </a:p>
          <a:p>
            <a:pPr marL="0" indent="0">
              <a:buNone/>
            </a:pPr>
            <a:r>
              <a:rPr kumimoji="1" lang="ja-JP" altLang="en-US" sz="2000" dirty="0">
                <a:latin typeface="メイリオ" panose="020B0604030504040204" pitchFamily="50" charset="-128"/>
                <a:ea typeface="メイリオ" panose="020B0604030504040204" pitchFamily="50" charset="-128"/>
              </a:rPr>
              <a:t>　→できれば定量評価できるようにしたい</a:t>
            </a:r>
            <a:endParaRPr kumimoji="1"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　→</a:t>
            </a:r>
            <a:r>
              <a:rPr lang="en-US" altLang="ja-JP" sz="2000" dirty="0" err="1">
                <a:latin typeface="メイリオ" panose="020B0604030504040204" pitchFamily="50" charset="-128"/>
                <a:ea typeface="メイリオ" panose="020B0604030504040204" pitchFamily="50" charset="-128"/>
              </a:rPr>
              <a:t>Netflow</a:t>
            </a:r>
            <a:r>
              <a:rPr lang="ja-JP" altLang="en-US" sz="2000" dirty="0">
                <a:latin typeface="メイリオ" panose="020B0604030504040204" pitchFamily="50" charset="-128"/>
                <a:ea typeface="メイリオ" panose="020B0604030504040204" pitchFamily="50" charset="-128"/>
              </a:rPr>
              <a:t>が使えるルータやラズパイがないので、できなそう</a:t>
            </a:r>
            <a:endParaRPr lang="en-US" altLang="ja-JP" sz="2000" dirty="0">
              <a:latin typeface="メイリオ" panose="020B0604030504040204" pitchFamily="50" charset="-128"/>
              <a:ea typeface="メイリオ" panose="020B0604030504040204" pitchFamily="50" charset="-128"/>
            </a:endParaRPr>
          </a:p>
          <a:p>
            <a:pPr marL="0" indent="0">
              <a:buNone/>
            </a:pPr>
            <a:r>
              <a:rPr kumimoji="1" lang="ja-JP" altLang="en-US" sz="2000" dirty="0">
                <a:latin typeface="メイリオ" panose="020B0604030504040204" pitchFamily="50" charset="-128"/>
                <a:ea typeface="メイリオ" panose="020B0604030504040204" pitchFamily="50" charset="-128"/>
              </a:rPr>
              <a:t>　→あるとすると装置側からトラヒックの</a:t>
            </a:r>
            <a:r>
              <a:rPr kumimoji="1" lang="en-US" altLang="ja-JP" sz="2000" dirty="0">
                <a:latin typeface="メイリオ" panose="020B0604030504040204" pitchFamily="50" charset="-128"/>
                <a:ea typeface="メイリオ" panose="020B0604030504040204" pitchFamily="50" charset="-128"/>
              </a:rPr>
              <a:t>cos</a:t>
            </a:r>
            <a:r>
              <a:rPr kumimoji="1" lang="ja-JP" altLang="en-US" sz="2000" dirty="0">
                <a:latin typeface="メイリオ" panose="020B0604030504040204" pitchFamily="50" charset="-128"/>
                <a:ea typeface="メイリオ" panose="020B0604030504040204" pitchFamily="50" charset="-128"/>
              </a:rPr>
              <a:t>値を見てそこから判断する方法は実現できるかも</a:t>
            </a:r>
            <a:endParaRPr kumimoji="1"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9712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A58B7A1-6884-F5AC-7E5E-C51D9BE23C57}"/>
              </a:ext>
            </a:extLst>
          </p:cNvPr>
          <p:cNvSpPr txBox="1"/>
          <p:nvPr/>
        </p:nvSpPr>
        <p:spPr>
          <a:xfrm>
            <a:off x="276225" y="1571625"/>
            <a:ext cx="8494633" cy="1546577"/>
          </a:xfrm>
          <a:prstGeom prst="rect">
            <a:avLst/>
          </a:prstGeom>
          <a:noFill/>
        </p:spPr>
        <p:txBody>
          <a:bodyPr wrap="none" rtlCol="0">
            <a:spAutoFit/>
          </a:bodyPr>
          <a:lstStyle/>
          <a:p>
            <a:r>
              <a:rPr lang="ja-JP" altLang="en-US" sz="1350" dirty="0">
                <a:latin typeface="メイリオ" panose="020B0604030504040204" pitchFamily="50" charset="-128"/>
                <a:ea typeface="メイリオ" panose="020B0604030504040204" pitchFamily="50" charset="-128"/>
              </a:rPr>
              <a:t>・通信キャリアではユーザを収容するエッジルータを運用しており、保守などの対応でユーザの収容替えを</a:t>
            </a:r>
            <a:endParaRPr lang="en-US" altLang="ja-JP" sz="1350" dirty="0">
              <a:latin typeface="メイリオ" panose="020B0604030504040204" pitchFamily="50" charset="-128"/>
              <a:ea typeface="メイリオ" panose="020B0604030504040204" pitchFamily="50" charset="-128"/>
            </a:endParaRPr>
          </a:p>
          <a:p>
            <a:r>
              <a:rPr lang="ja-JP" altLang="en-US" sz="1350" dirty="0">
                <a:latin typeface="メイリオ" panose="020B0604030504040204" pitchFamily="50" charset="-128"/>
                <a:ea typeface="メイリオ" panose="020B0604030504040204" pitchFamily="50" charset="-128"/>
              </a:rPr>
              <a:t>行う必要がある。</a:t>
            </a:r>
            <a:endParaRPr lang="en-US" altLang="ja-JP" sz="1350" dirty="0">
              <a:latin typeface="メイリオ" panose="020B0604030504040204" pitchFamily="50" charset="-128"/>
              <a:ea typeface="メイリオ" panose="020B0604030504040204" pitchFamily="50" charset="-128"/>
            </a:endParaRPr>
          </a:p>
          <a:p>
            <a:endParaRPr lang="en-US" altLang="ja-JP" sz="1350" dirty="0">
              <a:latin typeface="メイリオ" panose="020B0604030504040204" pitchFamily="50" charset="-128"/>
              <a:ea typeface="メイリオ" panose="020B0604030504040204" pitchFamily="50" charset="-128"/>
            </a:endParaRPr>
          </a:p>
          <a:p>
            <a:r>
              <a:rPr lang="ja-JP" altLang="en-US" sz="1350" dirty="0">
                <a:latin typeface="メイリオ" panose="020B0604030504040204" pitchFamily="50" charset="-128"/>
                <a:ea typeface="メイリオ" panose="020B0604030504040204" pitchFamily="50" charset="-128"/>
              </a:rPr>
              <a:t>・この時、ユーザの通信をなるべく切断せずに切り替えることが必要である。</a:t>
            </a:r>
            <a:endParaRPr lang="en-US" altLang="ja-JP" sz="1350" dirty="0">
              <a:latin typeface="メイリオ" panose="020B0604030504040204" pitchFamily="50" charset="-128"/>
              <a:ea typeface="メイリオ" panose="020B0604030504040204" pitchFamily="50" charset="-128"/>
            </a:endParaRPr>
          </a:p>
          <a:p>
            <a:endParaRPr lang="en-US" altLang="ja-JP" sz="1350" dirty="0">
              <a:latin typeface="メイリオ" panose="020B0604030504040204" pitchFamily="50" charset="-128"/>
              <a:ea typeface="メイリオ" panose="020B0604030504040204" pitchFamily="50" charset="-128"/>
            </a:endParaRPr>
          </a:p>
          <a:p>
            <a:r>
              <a:rPr lang="ja-JP" altLang="en-US" sz="1350" dirty="0">
                <a:latin typeface="メイリオ" panose="020B0604030504040204" pitchFamily="50" charset="-128"/>
                <a:ea typeface="メイリオ" panose="020B0604030504040204" pitchFamily="50" charset="-128"/>
              </a:rPr>
              <a:t>・また通話中は</a:t>
            </a:r>
            <a:r>
              <a:rPr lang="en-US" altLang="ja-JP" sz="1350" dirty="0">
                <a:latin typeface="メイリオ" panose="020B0604030504040204" pitchFamily="50" charset="-128"/>
                <a:ea typeface="メイリオ" panose="020B0604030504040204" pitchFamily="50" charset="-128"/>
              </a:rPr>
              <a:t>RFC3625</a:t>
            </a:r>
            <a:r>
              <a:rPr lang="ja-JP" altLang="en-US" sz="1350" dirty="0">
                <a:latin typeface="メイリオ" panose="020B0604030504040204" pitchFamily="50" charset="-128"/>
                <a:ea typeface="メイリオ" panose="020B0604030504040204" pitchFamily="50" charset="-128"/>
              </a:rPr>
              <a:t>によると通話中ユーザが</a:t>
            </a:r>
            <a:r>
              <a:rPr lang="en-US" altLang="ja-JP" sz="1350" dirty="0">
                <a:latin typeface="メイリオ" panose="020B0604030504040204" pitchFamily="50" charset="-128"/>
                <a:ea typeface="メイリオ" panose="020B0604030504040204" pitchFamily="50" charset="-128"/>
              </a:rPr>
              <a:t>IP</a:t>
            </a:r>
            <a:r>
              <a:rPr lang="ja-JP" altLang="en-US" sz="1350" dirty="0">
                <a:latin typeface="メイリオ" panose="020B0604030504040204" pitchFamily="50" charset="-128"/>
                <a:ea typeface="メイリオ" panose="020B0604030504040204" pitchFamily="50" charset="-128"/>
              </a:rPr>
              <a:t>アドレスを変更すると通話セッションを</a:t>
            </a:r>
            <a:endParaRPr lang="en-US" altLang="ja-JP" sz="1350" dirty="0">
              <a:latin typeface="メイリオ" panose="020B0604030504040204" pitchFamily="50" charset="-128"/>
              <a:ea typeface="メイリオ" panose="020B0604030504040204" pitchFamily="50" charset="-128"/>
            </a:endParaRPr>
          </a:p>
          <a:p>
            <a:r>
              <a:rPr lang="ja-JP" altLang="en-US" sz="1350" dirty="0">
                <a:latin typeface="メイリオ" panose="020B0604030504040204" pitchFamily="50" charset="-128"/>
                <a:ea typeface="メイリオ" panose="020B0604030504040204" pitchFamily="50" charset="-128"/>
              </a:rPr>
              <a:t>張りなおすことが明記されているため、</a:t>
            </a:r>
            <a:r>
              <a:rPr lang="en-US" altLang="ja-JP" sz="1350" dirty="0">
                <a:latin typeface="メイリオ" panose="020B0604030504040204" pitchFamily="50" charset="-128"/>
                <a:ea typeface="メイリオ" panose="020B0604030504040204" pitchFamily="50" charset="-128"/>
              </a:rPr>
              <a:t>IP</a:t>
            </a:r>
            <a:r>
              <a:rPr lang="ja-JP" altLang="en-US" sz="1350" dirty="0">
                <a:latin typeface="メイリオ" panose="020B0604030504040204" pitchFamily="50" charset="-128"/>
                <a:ea typeface="メイリオ" panose="020B0604030504040204" pitchFamily="50" charset="-128"/>
              </a:rPr>
              <a:t>アドレス変更へも留意する必要がある。</a:t>
            </a:r>
          </a:p>
        </p:txBody>
      </p:sp>
    </p:spTree>
    <p:extLst>
      <p:ext uri="{BB962C8B-B14F-4D97-AF65-F5344CB8AC3E}">
        <p14:creationId xmlns:p14="http://schemas.microsoft.com/office/powerpoint/2010/main" val="3253672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A58B7A1-6884-F5AC-7E5E-C51D9BE23C57}"/>
              </a:ext>
            </a:extLst>
          </p:cNvPr>
          <p:cNvSpPr txBox="1"/>
          <p:nvPr/>
        </p:nvSpPr>
        <p:spPr>
          <a:xfrm>
            <a:off x="276225" y="1571625"/>
            <a:ext cx="7975260" cy="923330"/>
          </a:xfrm>
          <a:prstGeom prst="rect">
            <a:avLst/>
          </a:prstGeom>
          <a:noFill/>
        </p:spPr>
        <p:txBody>
          <a:bodyPr wrap="none" rtlCol="0">
            <a:spAutoFit/>
          </a:bodyPr>
          <a:lstStyle/>
          <a:p>
            <a:r>
              <a:rPr lang="ja-JP" altLang="en-US" sz="1350" dirty="0">
                <a:latin typeface="メイリオ" panose="020B0604030504040204" pitchFamily="50" charset="-128"/>
                <a:ea typeface="メイリオ" panose="020B0604030504040204" pitchFamily="50" charset="-128"/>
              </a:rPr>
              <a:t>・エッジルータの切り替えにて、ユーザの通話を切断せずに切り替える方法としては、以下がある。</a:t>
            </a:r>
            <a:endParaRPr lang="en-US" altLang="ja-JP" sz="1350" dirty="0">
              <a:latin typeface="メイリオ" panose="020B0604030504040204" pitchFamily="50" charset="-128"/>
              <a:ea typeface="メイリオ" panose="020B0604030504040204" pitchFamily="50" charset="-128"/>
            </a:endParaRPr>
          </a:p>
          <a:p>
            <a:endParaRPr lang="en-US" altLang="ja-JP" sz="1350" dirty="0">
              <a:latin typeface="メイリオ" panose="020B0604030504040204" pitchFamily="50" charset="-128"/>
              <a:ea typeface="メイリオ" panose="020B0604030504040204" pitchFamily="50" charset="-128"/>
            </a:endParaRPr>
          </a:p>
          <a:p>
            <a:r>
              <a:rPr lang="ja-JP" altLang="en-US" sz="1350" dirty="0">
                <a:latin typeface="メイリオ" panose="020B0604030504040204" pitchFamily="50" charset="-128"/>
                <a:ea typeface="メイリオ" panose="020B0604030504040204" pitchFamily="50" charset="-128"/>
              </a:rPr>
              <a:t>・エッジルータに</a:t>
            </a:r>
            <a:r>
              <a:rPr lang="en-US" altLang="ja-JP" sz="1350" dirty="0">
                <a:latin typeface="メイリオ" panose="020B0604030504040204" pitchFamily="50" charset="-128"/>
                <a:ea typeface="メイリオ" panose="020B0604030504040204" pitchFamily="50" charset="-128"/>
              </a:rPr>
              <a:t>NETFLOW</a:t>
            </a:r>
            <a:r>
              <a:rPr lang="ja-JP" altLang="en-US" sz="1350" dirty="0">
                <a:latin typeface="メイリオ" panose="020B0604030504040204" pitchFamily="50" charset="-128"/>
                <a:ea typeface="メイリオ" panose="020B0604030504040204" pitchFamily="50" charset="-128"/>
              </a:rPr>
              <a:t>をしかけ、</a:t>
            </a:r>
            <a:r>
              <a:rPr lang="en-US" altLang="ja-JP" sz="1350" dirty="0">
                <a:latin typeface="メイリオ" panose="020B0604030504040204" pitchFamily="50" charset="-128"/>
                <a:ea typeface="メイリオ" panose="020B0604030504040204" pitchFamily="50" charset="-128"/>
              </a:rPr>
              <a:t>RTP</a:t>
            </a:r>
            <a:r>
              <a:rPr lang="ja-JP" altLang="en-US" sz="1350" dirty="0">
                <a:latin typeface="メイリオ" panose="020B0604030504040204" pitchFamily="50" charset="-128"/>
                <a:ea typeface="メイリオ" panose="020B0604030504040204" pitchFamily="50" charset="-128"/>
              </a:rPr>
              <a:t>のトラヒックデータを取集し</a:t>
            </a:r>
            <a:r>
              <a:rPr lang="en-US" altLang="ja-JP" sz="1350" dirty="0">
                <a:latin typeface="メイリオ" panose="020B0604030504040204" pitchFamily="50" charset="-128"/>
                <a:ea typeface="メイリオ" panose="020B0604030504040204" pitchFamily="50" charset="-128"/>
              </a:rPr>
              <a:t>SUB-IF</a:t>
            </a:r>
            <a:r>
              <a:rPr lang="ja-JP" altLang="en-US" sz="1350" dirty="0">
                <a:latin typeface="メイリオ" panose="020B0604030504040204" pitchFamily="50" charset="-128"/>
                <a:ea typeface="メイリオ" panose="020B0604030504040204" pitchFamily="50" charset="-128"/>
              </a:rPr>
              <a:t>情報を取得する。</a:t>
            </a:r>
            <a:endParaRPr lang="en-US" altLang="ja-JP" sz="1350" dirty="0">
              <a:latin typeface="メイリオ" panose="020B0604030504040204" pitchFamily="50" charset="-128"/>
              <a:ea typeface="メイリオ" panose="020B0604030504040204" pitchFamily="50" charset="-128"/>
            </a:endParaRPr>
          </a:p>
          <a:p>
            <a:r>
              <a:rPr lang="ja-JP" altLang="en-US" sz="1350" dirty="0">
                <a:latin typeface="メイリオ" panose="020B0604030504040204" pitchFamily="50" charset="-128"/>
                <a:ea typeface="メイリオ" panose="020B0604030504040204" pitchFamily="50" charset="-128"/>
              </a:rPr>
              <a:t>　該当するユーザは通話中であると判断できるので、</a:t>
            </a:r>
          </a:p>
        </p:txBody>
      </p:sp>
    </p:spTree>
    <p:extLst>
      <p:ext uri="{BB962C8B-B14F-4D97-AF65-F5344CB8AC3E}">
        <p14:creationId xmlns:p14="http://schemas.microsoft.com/office/powerpoint/2010/main" val="201828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03D001-B6AF-BAA7-0E84-C0D72C37271F}"/>
              </a:ext>
            </a:extLst>
          </p:cNvPr>
          <p:cNvSpPr>
            <a:spLocks noGrp="1"/>
          </p:cNvSpPr>
          <p:nvPr>
            <p:ph type="ctrTitle"/>
          </p:nvPr>
        </p:nvSpPr>
        <p:spPr>
          <a:xfrm>
            <a:off x="1143000" y="2533650"/>
            <a:ext cx="6858000" cy="1790700"/>
          </a:xfrm>
        </p:spPr>
        <p:txBody>
          <a:bodyPr anchor="ctr">
            <a:normAutofit/>
          </a:bodyPr>
          <a:lstStyle/>
          <a:p>
            <a:r>
              <a:rPr lang="ja-JP" altLang="en-US" sz="3000" dirty="0">
                <a:latin typeface="メイリオ" panose="020B0604030504040204" pitchFamily="50" charset="-128"/>
                <a:ea typeface="メイリオ" panose="020B0604030504040204" pitchFamily="50" charset="-128"/>
              </a:rPr>
              <a:t>エッジルータ切替時におけるユーザ通話切断を極力避ける経路手法</a:t>
            </a:r>
            <a:br>
              <a:rPr lang="en-US" altLang="ja-JP" sz="3000" dirty="0">
                <a:latin typeface="メイリオ" panose="020B0604030504040204" pitchFamily="50" charset="-128"/>
                <a:ea typeface="メイリオ" panose="020B0604030504040204" pitchFamily="50" charset="-128"/>
              </a:rPr>
            </a:br>
            <a:endParaRPr lang="ja-JP" altLang="en-US" sz="3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65403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6A9189-0620-635A-ED16-69E49655F089}"/>
              </a:ext>
            </a:extLst>
          </p:cNvPr>
          <p:cNvSpPr>
            <a:spLocks noGrp="1"/>
          </p:cNvSpPr>
          <p:nvPr>
            <p:ph type="title"/>
          </p:nvPr>
        </p:nvSpPr>
        <p:spPr>
          <a:xfrm>
            <a:off x="628650" y="365126"/>
            <a:ext cx="7886700" cy="857499"/>
          </a:xfrm>
        </p:spPr>
        <p:txBody>
          <a:bodyPr>
            <a:normAutofit/>
          </a:bodyPr>
          <a:lstStyle/>
          <a:p>
            <a:r>
              <a:rPr lang="en-US" altLang="ja-JP" sz="3600" dirty="0">
                <a:latin typeface="メイリオ" panose="020B0604030504040204" pitchFamily="50" charset="-128"/>
                <a:ea typeface="メイリオ" panose="020B0604030504040204" pitchFamily="50" charset="-128"/>
              </a:rPr>
              <a:t>1.</a:t>
            </a:r>
            <a:r>
              <a:rPr lang="ja-JP" altLang="en-US" sz="3600" dirty="0">
                <a:latin typeface="メイリオ" panose="020B0604030504040204" pitchFamily="50" charset="-128"/>
                <a:ea typeface="メイリオ" panose="020B0604030504040204" pitchFamily="50" charset="-128"/>
              </a:rPr>
              <a:t>はじめに</a:t>
            </a:r>
            <a:endParaRPr kumimoji="1" lang="ja-JP" altLang="en-US" sz="3600"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242BDD6D-FDAD-5AD5-CB0E-5B91788A6E4F}"/>
              </a:ext>
            </a:extLst>
          </p:cNvPr>
          <p:cNvSpPr>
            <a:spLocks noGrp="1"/>
          </p:cNvSpPr>
          <p:nvPr>
            <p:ph idx="1"/>
          </p:nvPr>
        </p:nvSpPr>
        <p:spPr>
          <a:xfrm>
            <a:off x="628650" y="1476305"/>
            <a:ext cx="7886700" cy="1952696"/>
          </a:xfrm>
        </p:spPr>
        <p:txBody>
          <a:bodyPr>
            <a:normAutofit/>
          </a:bodyPr>
          <a:lstStyle/>
          <a:p>
            <a:r>
              <a:rPr lang="ja-JP" altLang="en-US" sz="2000" dirty="0">
                <a:latin typeface="メイリオ" panose="020B0604030504040204" pitchFamily="50" charset="-128"/>
                <a:ea typeface="メイリオ" panose="020B0604030504040204" pitchFamily="50" charset="-128"/>
              </a:rPr>
              <a:t>背景：大規模ネットワーク環境でのエッジルータ切り替えの必要性や課題について</a:t>
            </a:r>
            <a:endParaRPr lang="en-US" altLang="ja-JP" sz="2000" dirty="0">
              <a:latin typeface="メイリオ" panose="020B0604030504040204" pitchFamily="50" charset="-128"/>
              <a:ea typeface="メイリオ" panose="020B0604030504040204" pitchFamily="50" charset="-128"/>
            </a:endParaRPr>
          </a:p>
          <a:p>
            <a:r>
              <a:rPr lang="ja-JP" altLang="en-US" sz="2000" dirty="0">
                <a:latin typeface="メイリオ" panose="020B0604030504040204" pitchFamily="50" charset="-128"/>
                <a:ea typeface="メイリオ" panose="020B0604030504040204" pitchFamily="50" charset="-128"/>
              </a:rPr>
              <a:t>本資料の目的：提案する手法がどのようにこれらの課題を解決するか</a:t>
            </a:r>
            <a:endParaRPr lang="en-US" altLang="ja-JP" sz="2000" dirty="0">
              <a:latin typeface="メイリオ" panose="020B0604030504040204" pitchFamily="50" charset="-128"/>
              <a:ea typeface="メイリオ" panose="020B0604030504040204" pitchFamily="50" charset="-128"/>
            </a:endParaRPr>
          </a:p>
          <a:p>
            <a:r>
              <a:rPr lang="ja-JP" altLang="en-US" sz="2000" dirty="0">
                <a:latin typeface="メイリオ" panose="020B0604030504040204" pitchFamily="50" charset="-128"/>
                <a:ea typeface="メイリオ" panose="020B0604030504040204" pitchFamily="50" charset="-128"/>
              </a:rPr>
              <a:t>論文の概要：主な内容と構造を簡潔に紹介</a:t>
            </a:r>
            <a:endParaRPr lang="en-US" altLang="ja-JP" sz="2000" dirty="0">
              <a:latin typeface="メイリオ" panose="020B0604030504040204" pitchFamily="50" charset="-128"/>
              <a:ea typeface="メイリオ" panose="020B0604030504040204" pitchFamily="50" charset="-128"/>
            </a:endParaRPr>
          </a:p>
        </p:txBody>
      </p:sp>
      <p:sp>
        <p:nvSpPr>
          <p:cNvPr id="4" name="吹き出し: 線 3">
            <a:extLst>
              <a:ext uri="{FF2B5EF4-FFF2-40B4-BE49-F238E27FC236}">
                <a16:creationId xmlns:a16="http://schemas.microsoft.com/office/drawing/2014/main" id="{59FA4E47-B2BE-22B7-C1E7-2F1296F2CAB9}"/>
              </a:ext>
            </a:extLst>
          </p:cNvPr>
          <p:cNvSpPr/>
          <p:nvPr/>
        </p:nvSpPr>
        <p:spPr>
          <a:xfrm>
            <a:off x="6667928" y="472611"/>
            <a:ext cx="2126751" cy="750014"/>
          </a:xfrm>
          <a:prstGeom prst="borderCallout1">
            <a:avLst>
              <a:gd name="adj1" fmla="val 54367"/>
              <a:gd name="adj2" fmla="val -6528"/>
              <a:gd name="adj3" fmla="val 131678"/>
              <a:gd name="adj4" fmla="val -55292"/>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特許資料から引用</a:t>
            </a:r>
          </a:p>
        </p:txBody>
      </p:sp>
      <p:sp>
        <p:nvSpPr>
          <p:cNvPr id="5" name="吹き出し: 線 4">
            <a:extLst>
              <a:ext uri="{FF2B5EF4-FFF2-40B4-BE49-F238E27FC236}">
                <a16:creationId xmlns:a16="http://schemas.microsoft.com/office/drawing/2014/main" id="{2A2B1815-0ABE-A9C3-C2F5-E36246668194}"/>
              </a:ext>
            </a:extLst>
          </p:cNvPr>
          <p:cNvSpPr/>
          <p:nvPr/>
        </p:nvSpPr>
        <p:spPr>
          <a:xfrm>
            <a:off x="6667927" y="3335926"/>
            <a:ext cx="2126751" cy="750014"/>
          </a:xfrm>
          <a:prstGeom prst="borderCallout1">
            <a:avLst>
              <a:gd name="adj1" fmla="val 54367"/>
              <a:gd name="adj2" fmla="val -6528"/>
              <a:gd name="adj3" fmla="val -2568"/>
              <a:gd name="adj4" fmla="val -61572"/>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特許資料から引用</a:t>
            </a:r>
          </a:p>
        </p:txBody>
      </p:sp>
    </p:spTree>
    <p:extLst>
      <p:ext uri="{BB962C8B-B14F-4D97-AF65-F5344CB8AC3E}">
        <p14:creationId xmlns:p14="http://schemas.microsoft.com/office/powerpoint/2010/main" val="1241835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6A9189-0620-635A-ED16-69E49655F089}"/>
              </a:ext>
            </a:extLst>
          </p:cNvPr>
          <p:cNvSpPr>
            <a:spLocks noGrp="1"/>
          </p:cNvSpPr>
          <p:nvPr>
            <p:ph type="title"/>
          </p:nvPr>
        </p:nvSpPr>
        <p:spPr>
          <a:xfrm>
            <a:off x="628650" y="365126"/>
            <a:ext cx="7886700" cy="857499"/>
          </a:xfrm>
        </p:spPr>
        <p:txBody>
          <a:bodyPr>
            <a:normAutofit/>
          </a:bodyPr>
          <a:lstStyle/>
          <a:p>
            <a:r>
              <a:rPr lang="en-US" altLang="ja-JP" sz="3600" dirty="0">
                <a:latin typeface="メイリオ" panose="020B0604030504040204" pitchFamily="50" charset="-128"/>
                <a:ea typeface="メイリオ" panose="020B0604030504040204" pitchFamily="50" charset="-128"/>
              </a:rPr>
              <a:t>2.</a:t>
            </a:r>
            <a:r>
              <a:rPr lang="ja-JP" altLang="en-US" sz="3600" dirty="0">
                <a:latin typeface="メイリオ" panose="020B0604030504040204" pitchFamily="50" charset="-128"/>
                <a:ea typeface="メイリオ" panose="020B0604030504040204" pitchFamily="50" charset="-128"/>
              </a:rPr>
              <a:t>関連研究</a:t>
            </a:r>
            <a:endParaRPr kumimoji="1" lang="ja-JP" altLang="en-US" sz="3600"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242BDD6D-FDAD-5AD5-CB0E-5B91788A6E4F}"/>
              </a:ext>
            </a:extLst>
          </p:cNvPr>
          <p:cNvSpPr>
            <a:spLocks noGrp="1"/>
          </p:cNvSpPr>
          <p:nvPr>
            <p:ph idx="1"/>
          </p:nvPr>
        </p:nvSpPr>
        <p:spPr>
          <a:xfrm>
            <a:off x="628650" y="1476304"/>
            <a:ext cx="7886700" cy="2355957"/>
          </a:xfrm>
        </p:spPr>
        <p:txBody>
          <a:bodyPr>
            <a:normAutofit/>
          </a:bodyPr>
          <a:lstStyle/>
          <a:p>
            <a:r>
              <a:rPr kumimoji="1" lang="ja-JP" altLang="en-US" sz="2000" dirty="0">
                <a:latin typeface="メイリオ" panose="020B0604030504040204" pitchFamily="50" charset="-128"/>
                <a:ea typeface="メイリオ" panose="020B0604030504040204" pitchFamily="50" charset="-128"/>
              </a:rPr>
              <a:t>既存の手法：既存のエッジルータ切り替え手法と限界点を示す</a:t>
            </a:r>
            <a:endParaRPr kumimoji="1" lang="en-US" altLang="ja-JP" sz="2000" dirty="0">
              <a:latin typeface="メイリオ" panose="020B0604030504040204" pitchFamily="50" charset="-128"/>
              <a:ea typeface="メイリオ" panose="020B0604030504040204" pitchFamily="50" charset="-128"/>
            </a:endParaRPr>
          </a:p>
          <a:p>
            <a:r>
              <a:rPr lang="ja-JP" altLang="en-US" sz="2000" dirty="0">
                <a:latin typeface="メイリオ" panose="020B0604030504040204" pitchFamily="50" charset="-128"/>
                <a:ea typeface="メイリオ" panose="020B0604030504040204" pitchFamily="50" charset="-128"/>
              </a:rPr>
              <a:t>関連分野の研究</a:t>
            </a:r>
            <a:r>
              <a:rPr lang="en-US" altLang="ja-JP" sz="2000" dirty="0">
                <a:latin typeface="メイリオ" panose="020B0604030504040204" pitchFamily="50" charset="-128"/>
                <a:ea typeface="メイリオ" panose="020B0604030504040204" pitchFamily="50" charset="-128"/>
              </a:rPr>
              <a:t>: </a:t>
            </a:r>
            <a:r>
              <a:rPr lang="ja-JP" altLang="en-US" sz="2000" dirty="0">
                <a:latin typeface="メイリオ" panose="020B0604030504040204" pitchFamily="50" charset="-128"/>
                <a:ea typeface="メイリオ" panose="020B0604030504040204" pitchFamily="50" charset="-128"/>
              </a:rPr>
              <a:t>本研究と関連するネットワーク技術や理論に関する研究を紹介</a:t>
            </a:r>
          </a:p>
        </p:txBody>
      </p:sp>
      <p:sp>
        <p:nvSpPr>
          <p:cNvPr id="4" name="吹き出し: 線 3">
            <a:extLst>
              <a:ext uri="{FF2B5EF4-FFF2-40B4-BE49-F238E27FC236}">
                <a16:creationId xmlns:a16="http://schemas.microsoft.com/office/drawing/2014/main" id="{59FA4E47-B2BE-22B7-C1E7-2F1296F2CAB9}"/>
              </a:ext>
            </a:extLst>
          </p:cNvPr>
          <p:cNvSpPr/>
          <p:nvPr/>
        </p:nvSpPr>
        <p:spPr>
          <a:xfrm>
            <a:off x="6667928" y="472611"/>
            <a:ext cx="2126751" cy="750014"/>
          </a:xfrm>
          <a:prstGeom prst="borderCallout1">
            <a:avLst>
              <a:gd name="adj1" fmla="val 54367"/>
              <a:gd name="adj2" fmla="val -6528"/>
              <a:gd name="adj3" fmla="val 131678"/>
              <a:gd name="adj4" fmla="val -55292"/>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特許資料から引用</a:t>
            </a:r>
          </a:p>
        </p:txBody>
      </p:sp>
    </p:spTree>
    <p:extLst>
      <p:ext uri="{BB962C8B-B14F-4D97-AF65-F5344CB8AC3E}">
        <p14:creationId xmlns:p14="http://schemas.microsoft.com/office/powerpoint/2010/main" val="1327211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6A9189-0620-635A-ED16-69E49655F089}"/>
              </a:ext>
            </a:extLst>
          </p:cNvPr>
          <p:cNvSpPr>
            <a:spLocks noGrp="1"/>
          </p:cNvSpPr>
          <p:nvPr>
            <p:ph type="title"/>
          </p:nvPr>
        </p:nvSpPr>
        <p:spPr>
          <a:xfrm>
            <a:off x="628650" y="365126"/>
            <a:ext cx="7886700" cy="857499"/>
          </a:xfrm>
        </p:spPr>
        <p:txBody>
          <a:bodyPr>
            <a:normAutofit/>
          </a:bodyPr>
          <a:lstStyle/>
          <a:p>
            <a:r>
              <a:rPr lang="en-US" altLang="ja-JP" sz="3600" dirty="0">
                <a:latin typeface="メイリオ" panose="020B0604030504040204" pitchFamily="50" charset="-128"/>
                <a:ea typeface="メイリオ" panose="020B0604030504040204" pitchFamily="50" charset="-128"/>
              </a:rPr>
              <a:t>3.</a:t>
            </a:r>
            <a:r>
              <a:rPr lang="ja-JP" altLang="en-US" sz="3600" dirty="0">
                <a:latin typeface="メイリオ" panose="020B0604030504040204" pitchFamily="50" charset="-128"/>
                <a:ea typeface="メイリオ" panose="020B0604030504040204" pitchFamily="50" charset="-128"/>
              </a:rPr>
              <a:t>提案手法</a:t>
            </a:r>
            <a:endParaRPr kumimoji="1" lang="ja-JP" altLang="en-US" sz="3600"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242BDD6D-FDAD-5AD5-CB0E-5B91788A6E4F}"/>
              </a:ext>
            </a:extLst>
          </p:cNvPr>
          <p:cNvSpPr>
            <a:spLocks noGrp="1"/>
          </p:cNvSpPr>
          <p:nvPr>
            <p:ph idx="1"/>
          </p:nvPr>
        </p:nvSpPr>
        <p:spPr>
          <a:xfrm>
            <a:off x="628650" y="1476304"/>
            <a:ext cx="7886700" cy="2355957"/>
          </a:xfrm>
        </p:spPr>
        <p:txBody>
          <a:bodyPr>
            <a:normAutofit/>
          </a:bodyPr>
          <a:lstStyle/>
          <a:p>
            <a:r>
              <a:rPr lang="ja-JP" altLang="en-US" sz="2000" dirty="0">
                <a:latin typeface="メイリオ" panose="020B0604030504040204" pitchFamily="50" charset="-128"/>
                <a:ea typeface="メイリオ" panose="020B0604030504040204" pitchFamily="50" charset="-128"/>
              </a:rPr>
              <a:t>手法の詳細</a:t>
            </a:r>
            <a:r>
              <a:rPr lang="en-US" altLang="ja-JP" sz="2000" dirty="0">
                <a:latin typeface="メイリオ" panose="020B0604030504040204" pitchFamily="50" charset="-128"/>
                <a:ea typeface="メイリオ" panose="020B0604030504040204" pitchFamily="50" charset="-128"/>
              </a:rPr>
              <a:t>: NETFLOW</a:t>
            </a:r>
            <a:r>
              <a:rPr lang="ja-JP" altLang="en-US" sz="2000" dirty="0">
                <a:latin typeface="メイリオ" panose="020B0604030504040204" pitchFamily="50" charset="-128"/>
                <a:ea typeface="メイリオ" panose="020B0604030504040204" pitchFamily="50" charset="-128"/>
              </a:rPr>
              <a:t>によるトラフィック分析、</a:t>
            </a:r>
            <a:r>
              <a:rPr lang="en-US" altLang="ja-JP" sz="2000" dirty="0" err="1">
                <a:latin typeface="メイリオ" panose="020B0604030504040204" pitchFamily="50" charset="-128"/>
                <a:ea typeface="メイリオ" panose="020B0604030504040204" pitchFamily="50" charset="-128"/>
              </a:rPr>
              <a:t>CoS</a:t>
            </a:r>
            <a:r>
              <a:rPr lang="ja-JP" altLang="en-US" sz="2000" dirty="0">
                <a:latin typeface="メイリオ" panose="020B0604030504040204" pitchFamily="50" charset="-128"/>
                <a:ea typeface="メイリオ" panose="020B0604030504040204" pitchFamily="50" charset="-128"/>
              </a:rPr>
              <a:t>値分析を活用したエッジルータ切り替えの手順を詳細に説明します。</a:t>
            </a:r>
          </a:p>
          <a:p>
            <a:r>
              <a:rPr lang="ja-JP" altLang="en-US" sz="2000" dirty="0">
                <a:latin typeface="メイリオ" panose="020B0604030504040204" pitchFamily="50" charset="-128"/>
                <a:ea typeface="メイリオ" panose="020B0604030504040204" pitchFamily="50" charset="-128"/>
              </a:rPr>
              <a:t>理論的根拠</a:t>
            </a:r>
            <a:r>
              <a:rPr lang="en-US" altLang="ja-JP" sz="2000" dirty="0">
                <a:latin typeface="メイリオ" panose="020B0604030504040204" pitchFamily="50" charset="-128"/>
                <a:ea typeface="メイリオ" panose="020B0604030504040204" pitchFamily="50" charset="-128"/>
              </a:rPr>
              <a:t>: </a:t>
            </a:r>
            <a:r>
              <a:rPr lang="ja-JP" altLang="en-US" sz="2000" dirty="0">
                <a:latin typeface="メイリオ" panose="020B0604030504040204" pitchFamily="50" charset="-128"/>
                <a:ea typeface="メイリオ" panose="020B0604030504040204" pitchFamily="50" charset="-128"/>
              </a:rPr>
              <a:t>提案手法の技術的な背景と、なぜそれが有効であるかを論理的に説明します。</a:t>
            </a:r>
          </a:p>
        </p:txBody>
      </p:sp>
      <p:sp>
        <p:nvSpPr>
          <p:cNvPr id="4" name="吹き出し: 線 3">
            <a:extLst>
              <a:ext uri="{FF2B5EF4-FFF2-40B4-BE49-F238E27FC236}">
                <a16:creationId xmlns:a16="http://schemas.microsoft.com/office/drawing/2014/main" id="{59FA4E47-B2BE-22B7-C1E7-2F1296F2CAB9}"/>
              </a:ext>
            </a:extLst>
          </p:cNvPr>
          <p:cNvSpPr/>
          <p:nvPr/>
        </p:nvSpPr>
        <p:spPr>
          <a:xfrm>
            <a:off x="6667928" y="472611"/>
            <a:ext cx="2126751" cy="750014"/>
          </a:xfrm>
          <a:prstGeom prst="borderCallout1">
            <a:avLst>
              <a:gd name="adj1" fmla="val 54367"/>
              <a:gd name="adj2" fmla="val -6528"/>
              <a:gd name="adj3" fmla="val 131678"/>
              <a:gd name="adj4" fmla="val -55292"/>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特許資料から引用</a:t>
            </a:r>
          </a:p>
        </p:txBody>
      </p:sp>
    </p:spTree>
    <p:extLst>
      <p:ext uri="{BB962C8B-B14F-4D97-AF65-F5344CB8AC3E}">
        <p14:creationId xmlns:p14="http://schemas.microsoft.com/office/powerpoint/2010/main" val="3064773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6A9189-0620-635A-ED16-69E49655F089}"/>
              </a:ext>
            </a:extLst>
          </p:cNvPr>
          <p:cNvSpPr>
            <a:spLocks noGrp="1"/>
          </p:cNvSpPr>
          <p:nvPr>
            <p:ph type="title"/>
          </p:nvPr>
        </p:nvSpPr>
        <p:spPr>
          <a:xfrm>
            <a:off x="628650" y="365126"/>
            <a:ext cx="7886700" cy="857499"/>
          </a:xfrm>
        </p:spPr>
        <p:txBody>
          <a:bodyPr>
            <a:normAutofit/>
          </a:bodyPr>
          <a:lstStyle/>
          <a:p>
            <a:r>
              <a:rPr lang="en-US" altLang="ja-JP" sz="3600" dirty="0">
                <a:latin typeface="メイリオ" panose="020B0604030504040204" pitchFamily="50" charset="-128"/>
                <a:ea typeface="メイリオ" panose="020B0604030504040204" pitchFamily="50" charset="-128"/>
              </a:rPr>
              <a:t>4.</a:t>
            </a:r>
            <a:r>
              <a:rPr lang="ja-JP" altLang="en-US" sz="3600" dirty="0">
                <a:latin typeface="メイリオ" panose="020B0604030504040204" pitchFamily="50" charset="-128"/>
                <a:ea typeface="メイリオ" panose="020B0604030504040204" pitchFamily="50" charset="-128"/>
              </a:rPr>
              <a:t>実験方法と結果</a:t>
            </a:r>
            <a:endParaRPr kumimoji="1" lang="ja-JP" altLang="en-US" sz="3600"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242BDD6D-FDAD-5AD5-CB0E-5B91788A6E4F}"/>
              </a:ext>
            </a:extLst>
          </p:cNvPr>
          <p:cNvSpPr>
            <a:spLocks noGrp="1"/>
          </p:cNvSpPr>
          <p:nvPr>
            <p:ph idx="1"/>
          </p:nvPr>
        </p:nvSpPr>
        <p:spPr>
          <a:xfrm>
            <a:off x="628650" y="1476304"/>
            <a:ext cx="7886700" cy="2355957"/>
          </a:xfrm>
        </p:spPr>
        <p:txBody>
          <a:bodyPr>
            <a:normAutofit/>
          </a:bodyPr>
          <a:lstStyle/>
          <a:p>
            <a:r>
              <a:rPr lang="ja-JP" altLang="en-US" sz="2000" dirty="0">
                <a:latin typeface="メイリオ" panose="020B0604030504040204" pitchFamily="50" charset="-128"/>
                <a:ea typeface="メイリオ" panose="020B0604030504040204" pitchFamily="50" charset="-128"/>
              </a:rPr>
              <a:t>実験設計</a:t>
            </a:r>
            <a:r>
              <a:rPr lang="en-US" altLang="ja-JP" sz="2000" dirty="0">
                <a:latin typeface="メイリオ" panose="020B0604030504040204" pitchFamily="50" charset="-128"/>
                <a:ea typeface="メイリオ" panose="020B0604030504040204" pitchFamily="50" charset="-128"/>
              </a:rPr>
              <a:t>: </a:t>
            </a:r>
            <a:r>
              <a:rPr lang="ja-JP" altLang="en-US" sz="2000" dirty="0">
                <a:latin typeface="メイリオ" panose="020B0604030504040204" pitchFamily="50" charset="-128"/>
                <a:ea typeface="メイリオ" panose="020B0604030504040204" pitchFamily="50" charset="-128"/>
              </a:rPr>
              <a:t>小規模テスト環境の構築方法と、実験のプロセスを詳述します。</a:t>
            </a:r>
          </a:p>
          <a:p>
            <a:r>
              <a:rPr lang="ja-JP" altLang="en-US" sz="2000" dirty="0">
                <a:latin typeface="メイリオ" panose="020B0604030504040204" pitchFamily="50" charset="-128"/>
                <a:ea typeface="メイリオ" panose="020B0604030504040204" pitchFamily="50" charset="-128"/>
              </a:rPr>
              <a:t>実験結果</a:t>
            </a:r>
            <a:r>
              <a:rPr lang="en-US" altLang="ja-JP" sz="2000" dirty="0">
                <a:latin typeface="メイリオ" panose="020B0604030504040204" pitchFamily="50" charset="-128"/>
                <a:ea typeface="メイリオ" panose="020B0604030504040204" pitchFamily="50" charset="-128"/>
              </a:rPr>
              <a:t>: </a:t>
            </a:r>
            <a:r>
              <a:rPr lang="ja-JP" altLang="en-US" sz="2000" dirty="0">
                <a:latin typeface="メイリオ" panose="020B0604030504040204" pitchFamily="50" charset="-128"/>
                <a:ea typeface="メイリオ" panose="020B0604030504040204" pitchFamily="50" charset="-128"/>
              </a:rPr>
              <a:t>実験によって得られたデータと観察結果を提示します。</a:t>
            </a:r>
          </a:p>
          <a:p>
            <a:r>
              <a:rPr lang="ja-JP" altLang="en-US" sz="2000" dirty="0">
                <a:latin typeface="メイリオ" panose="020B0604030504040204" pitchFamily="50" charset="-128"/>
                <a:ea typeface="メイリオ" panose="020B0604030504040204" pitchFamily="50" charset="-128"/>
              </a:rPr>
              <a:t>結果の分析</a:t>
            </a:r>
            <a:r>
              <a:rPr lang="en-US" altLang="ja-JP" sz="2000" dirty="0">
                <a:latin typeface="メイリオ" panose="020B0604030504040204" pitchFamily="50" charset="-128"/>
                <a:ea typeface="メイリオ" panose="020B0604030504040204" pitchFamily="50" charset="-128"/>
              </a:rPr>
              <a:t>: </a:t>
            </a:r>
            <a:r>
              <a:rPr lang="ja-JP" altLang="en-US" sz="2000" dirty="0">
                <a:latin typeface="メイリオ" panose="020B0604030504040204" pitchFamily="50" charset="-128"/>
                <a:ea typeface="メイリオ" panose="020B0604030504040204" pitchFamily="50" charset="-128"/>
              </a:rPr>
              <a:t>実験結果が提案手法の有効性をどのように支持するかを分析します。</a:t>
            </a:r>
          </a:p>
        </p:txBody>
      </p:sp>
    </p:spTree>
    <p:extLst>
      <p:ext uri="{BB962C8B-B14F-4D97-AF65-F5344CB8AC3E}">
        <p14:creationId xmlns:p14="http://schemas.microsoft.com/office/powerpoint/2010/main" val="3856394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991FAB-00D7-922D-B5A7-FF31F619F2C0}"/>
              </a:ext>
            </a:extLst>
          </p:cNvPr>
          <p:cNvSpPr>
            <a:spLocks noGrp="1"/>
          </p:cNvSpPr>
          <p:nvPr>
            <p:ph type="title"/>
          </p:nvPr>
        </p:nvSpPr>
        <p:spPr>
          <a:xfrm>
            <a:off x="628650" y="164235"/>
            <a:ext cx="7886700" cy="764427"/>
          </a:xfrm>
        </p:spPr>
        <p:txBody>
          <a:bodyPr>
            <a:normAutofit/>
          </a:bodyPr>
          <a:lstStyle/>
          <a:p>
            <a:r>
              <a:rPr kumimoji="1" lang="ja-JP" altLang="en-US" sz="3600" dirty="0">
                <a:latin typeface="メイリオ" panose="020B0604030504040204" pitchFamily="50" charset="-128"/>
                <a:ea typeface="メイリオ" panose="020B0604030504040204" pitchFamily="50" charset="-128"/>
              </a:rPr>
              <a:t>提案手法の評価について</a:t>
            </a:r>
          </a:p>
        </p:txBody>
      </p:sp>
      <p:graphicFrame>
        <p:nvGraphicFramePr>
          <p:cNvPr id="4" name="表 4">
            <a:extLst>
              <a:ext uri="{FF2B5EF4-FFF2-40B4-BE49-F238E27FC236}">
                <a16:creationId xmlns:a16="http://schemas.microsoft.com/office/drawing/2014/main" id="{E3164B40-35F4-8B8A-3551-CB9C1BB84CF2}"/>
              </a:ext>
            </a:extLst>
          </p:cNvPr>
          <p:cNvGraphicFramePr>
            <a:graphicFrameLocks noGrp="1"/>
          </p:cNvGraphicFramePr>
          <p:nvPr>
            <p:extLst>
              <p:ext uri="{D42A27DB-BD31-4B8C-83A1-F6EECF244321}">
                <p14:modId xmlns:p14="http://schemas.microsoft.com/office/powerpoint/2010/main" val="3492488125"/>
              </p:ext>
            </p:extLst>
          </p:nvPr>
        </p:nvGraphicFramePr>
        <p:xfrm>
          <a:off x="106373" y="1465792"/>
          <a:ext cx="8910629" cy="4180840"/>
        </p:xfrm>
        <a:graphic>
          <a:graphicData uri="http://schemas.openxmlformats.org/drawingml/2006/table">
            <a:tbl>
              <a:tblPr firstRow="1" bandRow="1">
                <a:tableStyleId>{5C22544A-7EE6-4342-B048-85BDC9FD1C3A}</a:tableStyleId>
              </a:tblPr>
              <a:tblGrid>
                <a:gridCol w="384558">
                  <a:extLst>
                    <a:ext uri="{9D8B030D-6E8A-4147-A177-3AD203B41FA5}">
                      <a16:colId xmlns:a16="http://schemas.microsoft.com/office/drawing/2014/main" val="1256359911"/>
                    </a:ext>
                  </a:extLst>
                </a:gridCol>
                <a:gridCol w="920191">
                  <a:extLst>
                    <a:ext uri="{9D8B030D-6E8A-4147-A177-3AD203B41FA5}">
                      <a16:colId xmlns:a16="http://schemas.microsoft.com/office/drawing/2014/main" val="1577701442"/>
                    </a:ext>
                  </a:extLst>
                </a:gridCol>
                <a:gridCol w="1901470">
                  <a:extLst>
                    <a:ext uri="{9D8B030D-6E8A-4147-A177-3AD203B41FA5}">
                      <a16:colId xmlns:a16="http://schemas.microsoft.com/office/drawing/2014/main" val="3960556697"/>
                    </a:ext>
                  </a:extLst>
                </a:gridCol>
                <a:gridCol w="1901470">
                  <a:extLst>
                    <a:ext uri="{9D8B030D-6E8A-4147-A177-3AD203B41FA5}">
                      <a16:colId xmlns:a16="http://schemas.microsoft.com/office/drawing/2014/main" val="66574911"/>
                    </a:ext>
                  </a:extLst>
                </a:gridCol>
                <a:gridCol w="1901470">
                  <a:extLst>
                    <a:ext uri="{9D8B030D-6E8A-4147-A177-3AD203B41FA5}">
                      <a16:colId xmlns:a16="http://schemas.microsoft.com/office/drawing/2014/main" val="922080186"/>
                    </a:ext>
                  </a:extLst>
                </a:gridCol>
                <a:gridCol w="1901470">
                  <a:extLst>
                    <a:ext uri="{9D8B030D-6E8A-4147-A177-3AD203B41FA5}">
                      <a16:colId xmlns:a16="http://schemas.microsoft.com/office/drawing/2014/main" val="2294545455"/>
                    </a:ext>
                  </a:extLst>
                </a:gridCol>
              </a:tblGrid>
              <a:tr h="370840">
                <a:tc gridSpan="2">
                  <a:txBody>
                    <a:bodyPr/>
                    <a:lstStyle/>
                    <a:p>
                      <a:endParaRPr kumimoji="1" lang="ja-JP" altLang="en-US" sz="1400">
                        <a:latin typeface="メイリオ" panose="020B0604030504040204" pitchFamily="50" charset="-128"/>
                        <a:ea typeface="メイリオ" panose="020B0604030504040204" pitchFamily="50" charset="-128"/>
                      </a:endParaRPr>
                    </a:p>
                  </a:txBody>
                  <a:tcPr/>
                </a:tc>
                <a:tc hMerge="1">
                  <a:txBody>
                    <a:bodyPr/>
                    <a:lstStyle/>
                    <a:p>
                      <a:endParaRPr kumimoji="1" lang="ja-JP" altLang="en-US"/>
                    </a:p>
                  </a:txBody>
                  <a:tcPr/>
                </a:tc>
                <a:tc>
                  <a:txBody>
                    <a:bodyPr/>
                    <a:lstStyle/>
                    <a:p>
                      <a:r>
                        <a:rPr kumimoji="1" lang="ja-JP" altLang="en-US" sz="1400" dirty="0">
                          <a:latin typeface="メイリオ" panose="020B0604030504040204" pitchFamily="50" charset="-128"/>
                          <a:ea typeface="メイリオ" panose="020B0604030504040204" pitchFamily="50" charset="-128"/>
                        </a:rPr>
                        <a:t>コスト</a:t>
                      </a:r>
                    </a:p>
                  </a:txBody>
                  <a:tcPr/>
                </a:tc>
                <a:tc>
                  <a:txBody>
                    <a:bodyPr/>
                    <a:lstStyle/>
                    <a:p>
                      <a:r>
                        <a:rPr kumimoji="1" lang="ja-JP" altLang="en-US" sz="1400" dirty="0">
                          <a:latin typeface="メイリオ" panose="020B0604030504040204" pitchFamily="50" charset="-128"/>
                          <a:ea typeface="メイリオ" panose="020B0604030504040204" pitchFamily="50" charset="-128"/>
                        </a:rPr>
                        <a:t>技術的な実現性</a:t>
                      </a:r>
                    </a:p>
                  </a:txBody>
                  <a:tcPr/>
                </a:tc>
                <a:tc>
                  <a:txBody>
                    <a:bodyPr/>
                    <a:lstStyle/>
                    <a:p>
                      <a:r>
                        <a:rPr kumimoji="1" lang="ja-JP" altLang="en-US" sz="1400" dirty="0">
                          <a:latin typeface="メイリオ" panose="020B0604030504040204" pitchFamily="50" charset="-128"/>
                          <a:ea typeface="メイリオ" panose="020B0604030504040204" pitchFamily="50" charset="-128"/>
                        </a:rPr>
                        <a:t>運用の複雑性</a:t>
                      </a:r>
                    </a:p>
                  </a:txBody>
                  <a:tcPr/>
                </a:tc>
                <a:tc>
                  <a:txBody>
                    <a:bodyPr/>
                    <a:lstStyle/>
                    <a:p>
                      <a:r>
                        <a:rPr kumimoji="1" lang="ja-JP" altLang="en-US" sz="1400" dirty="0">
                          <a:latin typeface="メイリオ" panose="020B0604030504040204" pitchFamily="50" charset="-128"/>
                          <a:ea typeface="メイリオ" panose="020B0604030504040204" pitchFamily="50" charset="-128"/>
                        </a:rPr>
                        <a:t>精度</a:t>
                      </a:r>
                    </a:p>
                  </a:txBody>
                  <a:tcPr/>
                </a:tc>
                <a:extLst>
                  <a:ext uri="{0D108BD9-81ED-4DB2-BD59-A6C34878D82A}">
                    <a16:rowId xmlns:a16="http://schemas.microsoft.com/office/drawing/2014/main" val="562034994"/>
                  </a:ext>
                </a:extLst>
              </a:tr>
              <a:tr h="370840">
                <a:tc rowSpan="2">
                  <a:txBody>
                    <a:bodyPr/>
                    <a:lstStyle/>
                    <a:p>
                      <a:r>
                        <a:rPr kumimoji="1" lang="en-US" altLang="ja-JP" sz="1400" dirty="0">
                          <a:latin typeface="メイリオ" panose="020B0604030504040204" pitchFamily="50" charset="-128"/>
                          <a:ea typeface="メイリオ" panose="020B0604030504040204" pitchFamily="50" charset="-128"/>
                        </a:rPr>
                        <a:t>NETFLOW</a:t>
                      </a:r>
                    </a:p>
                  </a:txBody>
                  <a:tcPr vert="eaVert"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メイリオ" panose="020B0604030504040204" pitchFamily="50" charset="-128"/>
                          <a:ea typeface="メイリオ" panose="020B0604030504040204" pitchFamily="50" charset="-128"/>
                        </a:rPr>
                        <a:t>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メイリオ" panose="020B0604030504040204" pitchFamily="50" charset="-128"/>
                          <a:ea typeface="メイリオ" panose="020B0604030504040204" pitchFamily="50" charset="-128"/>
                        </a:rPr>
                        <a:t>edge</a:t>
                      </a:r>
                      <a:endParaRPr kumimoji="1" lang="ja-JP" altLang="en-US" sz="1400" dirty="0">
                        <a:latin typeface="メイリオ" panose="020B0604030504040204" pitchFamily="50" charset="-128"/>
                        <a:ea typeface="メイリオ" panose="020B0604030504040204" pitchFamily="50" charset="-128"/>
                      </a:endParaRPr>
                    </a:p>
                  </a:txBody>
                  <a:tcPr/>
                </a:tc>
                <a:tc rowSpan="2">
                  <a:txBody>
                    <a:bodyPr/>
                    <a:lstStyle/>
                    <a:p>
                      <a:r>
                        <a:rPr kumimoji="1" lang="ja-JP" altLang="en-US" sz="1400" dirty="0">
                          <a:latin typeface="メイリオ" panose="020B0604030504040204" pitchFamily="50" charset="-128"/>
                          <a:ea typeface="メイリオ" panose="020B0604030504040204" pitchFamily="50" charset="-128"/>
                        </a:rPr>
                        <a:t>△</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既存ルータへ</a:t>
                      </a:r>
                      <a:r>
                        <a:rPr kumimoji="1" lang="en-US" altLang="ja-JP" sz="1400" dirty="0">
                          <a:latin typeface="メイリオ" panose="020B0604030504040204" pitchFamily="50" charset="-128"/>
                          <a:ea typeface="メイリオ" panose="020B0604030504040204" pitchFamily="50" charset="-128"/>
                        </a:rPr>
                        <a:t>NETFLOW</a:t>
                      </a:r>
                      <a:r>
                        <a:rPr kumimoji="1" lang="ja-JP" altLang="en-US" sz="1400" dirty="0">
                          <a:latin typeface="メイリオ" panose="020B0604030504040204" pitchFamily="50" charset="-128"/>
                          <a:ea typeface="メイリオ" panose="020B0604030504040204" pitchFamily="50" charset="-128"/>
                        </a:rPr>
                        <a:t>を具備することでルータ側は利用可能。</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ただし、</a:t>
                      </a:r>
                      <a:r>
                        <a:rPr kumimoji="1" lang="en-US" altLang="ja-JP" sz="1400" dirty="0">
                          <a:latin typeface="メイリオ" panose="020B0604030504040204" pitchFamily="50" charset="-128"/>
                          <a:ea typeface="メイリオ" panose="020B0604030504040204" pitchFamily="50" charset="-128"/>
                        </a:rPr>
                        <a:t>NETFLOW</a:t>
                      </a:r>
                      <a:r>
                        <a:rPr kumimoji="1" lang="ja-JP" altLang="en-US" sz="1400" dirty="0">
                          <a:latin typeface="メイリオ" panose="020B0604030504040204" pitchFamily="50" charset="-128"/>
                          <a:ea typeface="メイリオ" panose="020B0604030504040204" pitchFamily="50" charset="-128"/>
                        </a:rPr>
                        <a:t>データ解析するシステムが必要</a:t>
                      </a:r>
                      <a:endParaRPr kumimoji="1" lang="en-US" altLang="ja-JP" sz="1400" dirty="0">
                        <a:latin typeface="メイリオ" panose="020B0604030504040204" pitchFamily="50" charset="-128"/>
                        <a:ea typeface="メイリオ" panose="020B0604030504040204" pitchFamily="50" charset="-128"/>
                      </a:endParaRPr>
                    </a:p>
                  </a:txBody>
                  <a:tcPr/>
                </a:tc>
                <a:tc rowSpan="2">
                  <a:txBody>
                    <a:bodyPr/>
                    <a:lstStyle/>
                    <a:p>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〇</a:t>
                      </a:r>
                      <a:endParaRPr kumimoji="1" lang="en-US" altLang="ja-JP" sz="1400" kern="1200" dirty="0">
                        <a:solidFill>
                          <a:schemeClr val="dk1"/>
                        </a:solidFill>
                        <a:latin typeface="メイリオ" panose="020B0604030504040204" pitchFamily="50" charset="-128"/>
                        <a:ea typeface="メイリオ" panose="020B0604030504040204" pitchFamily="50" charset="-128"/>
                        <a:cs typeface="+mn-cs"/>
                      </a:endParaRPr>
                    </a:p>
                    <a:p>
                      <a:r>
                        <a:rPr kumimoji="1" lang="en-US" altLang="ja-JP" sz="1400" kern="1200" dirty="0">
                          <a:solidFill>
                            <a:schemeClr val="dk1"/>
                          </a:solidFill>
                          <a:latin typeface="メイリオ" panose="020B0604030504040204" pitchFamily="50" charset="-128"/>
                          <a:ea typeface="メイリオ" panose="020B0604030504040204" pitchFamily="50" charset="-128"/>
                          <a:cs typeface="+mn-cs"/>
                        </a:rPr>
                        <a:t>NETFLOW</a:t>
                      </a:r>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データの収集と分析は一般的な手法であり、</a:t>
                      </a:r>
                      <a:endParaRPr kumimoji="1" lang="en-US" altLang="ja-JP" sz="1400" kern="1200" dirty="0">
                        <a:solidFill>
                          <a:schemeClr val="dk1"/>
                        </a:solidFill>
                        <a:latin typeface="メイリオ" panose="020B0604030504040204" pitchFamily="50" charset="-128"/>
                        <a:ea typeface="メイリオ" panose="020B0604030504040204" pitchFamily="50" charset="-128"/>
                        <a:cs typeface="+mn-cs"/>
                      </a:endParaRPr>
                    </a:p>
                    <a:p>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特定のトラフィックタイプ</a:t>
                      </a:r>
                      <a:endParaRPr kumimoji="1" lang="en-US" altLang="ja-JP" sz="1400" kern="1200" dirty="0">
                        <a:solidFill>
                          <a:schemeClr val="dk1"/>
                        </a:solidFill>
                        <a:latin typeface="メイリオ" panose="020B0604030504040204" pitchFamily="50" charset="-128"/>
                        <a:ea typeface="メイリオ" panose="020B0604030504040204" pitchFamily="50" charset="-128"/>
                        <a:cs typeface="+mn-cs"/>
                      </a:endParaRPr>
                    </a:p>
                    <a:p>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（例えば</a:t>
                      </a:r>
                      <a:r>
                        <a:rPr kumimoji="1" lang="en-US" altLang="ja-JP" sz="1400" kern="1200" dirty="0">
                          <a:solidFill>
                            <a:schemeClr val="dk1"/>
                          </a:solidFill>
                          <a:latin typeface="メイリオ" panose="020B0604030504040204" pitchFamily="50" charset="-128"/>
                          <a:ea typeface="メイリオ" panose="020B0604030504040204" pitchFamily="50" charset="-128"/>
                          <a:cs typeface="+mn-cs"/>
                        </a:rPr>
                        <a:t>RTP</a:t>
                      </a:r>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）を識別可能である。</a:t>
                      </a:r>
                    </a:p>
                  </a:txBody>
                  <a:tcPr/>
                </a:tc>
                <a:tc rowSpan="2">
                  <a:txBody>
                    <a:bodyPr/>
                    <a:lstStyle/>
                    <a:p>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a:t>
                      </a:r>
                      <a:endParaRPr kumimoji="1" lang="en-US" altLang="ja-JP" sz="1400" kern="1200" dirty="0">
                        <a:solidFill>
                          <a:schemeClr val="dk1"/>
                        </a:solidFill>
                        <a:latin typeface="メイリオ" panose="020B0604030504040204" pitchFamily="50" charset="-128"/>
                        <a:ea typeface="メイリオ" panose="020B0604030504040204" pitchFamily="50" charset="-128"/>
                        <a:cs typeface="+mn-cs"/>
                      </a:endParaRPr>
                    </a:p>
                    <a:p>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適切なトラフィック分析ツールを設定し、</a:t>
                      </a:r>
                      <a:r>
                        <a:rPr kumimoji="1" lang="en-US" altLang="ja-JP" sz="1400" kern="1200" dirty="0">
                          <a:solidFill>
                            <a:schemeClr val="dk1"/>
                          </a:solidFill>
                          <a:latin typeface="メイリオ" panose="020B0604030504040204" pitchFamily="50" charset="-128"/>
                          <a:ea typeface="メイリオ" panose="020B0604030504040204" pitchFamily="50" charset="-128"/>
                          <a:cs typeface="+mn-cs"/>
                        </a:rPr>
                        <a:t>NETFLOW</a:t>
                      </a:r>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データを解析する運用フローを確立する必要がある</a:t>
                      </a:r>
                    </a:p>
                  </a:txBody>
                  <a:tcPr/>
                </a:tc>
                <a:tc rowSpan="2">
                  <a:txBody>
                    <a:bodyPr/>
                    <a:lstStyle/>
                    <a:p>
                      <a:r>
                        <a:rPr kumimoji="1" lang="ja-JP" altLang="en-US" sz="1400" dirty="0">
                          <a:latin typeface="メイリオ" panose="020B0604030504040204" pitchFamily="50" charset="-128"/>
                          <a:ea typeface="メイリオ" panose="020B0604030504040204" pitchFamily="50" charset="-128"/>
                        </a:rPr>
                        <a:t>△</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通話中のユーザーを正確に特定することが可能ですが、トラフィックの量が多い場合はデータの処理に時間がかかる可能性があり</a:t>
                      </a:r>
                    </a:p>
                  </a:txBody>
                  <a:tcPr/>
                </a:tc>
                <a:extLst>
                  <a:ext uri="{0D108BD9-81ED-4DB2-BD59-A6C34878D82A}">
                    <a16:rowId xmlns:a16="http://schemas.microsoft.com/office/drawing/2014/main" val="295905027"/>
                  </a:ext>
                </a:extLst>
              </a:tr>
              <a:tr h="370840">
                <a:tc vMerge="1">
                  <a:txBody>
                    <a:bodyPr/>
                    <a:lstStyle/>
                    <a:p>
                      <a:r>
                        <a:rPr kumimoji="1" lang="en-US" altLang="ja-JP" sz="1400" dirty="0">
                          <a:latin typeface="メイリオ" panose="020B0604030504040204" pitchFamily="50" charset="-128"/>
                          <a:ea typeface="メイリオ" panose="020B0604030504040204" pitchFamily="50" charset="-128"/>
                        </a:rPr>
                        <a:t>NETFLOW</a:t>
                      </a:r>
                    </a:p>
                  </a:txBody>
                  <a:tcPr/>
                </a:tc>
                <a:tc>
                  <a:txBody>
                    <a:bodyPr/>
                    <a:lstStyle/>
                    <a:p>
                      <a:r>
                        <a:rPr kumimoji="1" lang="en-US" altLang="ja-JP" sz="1400" dirty="0">
                          <a:latin typeface="メイリオ" panose="020B0604030504040204" pitchFamily="50" charset="-128"/>
                          <a:ea typeface="メイリオ" panose="020B0604030504040204" pitchFamily="50" charset="-128"/>
                        </a:rPr>
                        <a:t>From </a:t>
                      </a:r>
                    </a:p>
                    <a:p>
                      <a:r>
                        <a:rPr kumimoji="1" lang="ja-JP" altLang="en-US" sz="1400" dirty="0">
                          <a:latin typeface="メイリオ" panose="020B0604030504040204" pitchFamily="50" charset="-128"/>
                          <a:ea typeface="メイリオ" panose="020B0604030504040204" pitchFamily="50" charset="-128"/>
                        </a:rPr>
                        <a:t>加入者装置</a:t>
                      </a:r>
                    </a:p>
                  </a:txBody>
                  <a:tcPr/>
                </a:tc>
                <a:tc v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v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v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v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874018268"/>
                  </a:ext>
                </a:extLst>
              </a:tr>
              <a:tr h="370840">
                <a:tc gridSpan="2">
                  <a:txBody>
                    <a:bodyPr/>
                    <a:lstStyle/>
                    <a:p>
                      <a:r>
                        <a:rPr kumimoji="1" lang="en-US" altLang="ja-JP" sz="1400" dirty="0">
                          <a:latin typeface="メイリオ" panose="020B0604030504040204" pitchFamily="50" charset="-128"/>
                          <a:ea typeface="メイリオ" panose="020B0604030504040204" pitchFamily="50" charset="-128"/>
                        </a:rPr>
                        <a:t>COS</a:t>
                      </a:r>
                      <a:r>
                        <a:rPr kumimoji="1" lang="ja-JP" altLang="en-US" sz="1400" dirty="0">
                          <a:latin typeface="メイリオ" panose="020B0604030504040204" pitchFamily="50" charset="-128"/>
                          <a:ea typeface="メイリオ" panose="020B0604030504040204" pitchFamily="50" charset="-128"/>
                        </a:rPr>
                        <a:t>値</a:t>
                      </a:r>
                    </a:p>
                  </a:txBody>
                  <a:tcPr/>
                </a:tc>
                <a:tc hMerge="1">
                  <a:txBody>
                    <a:bodyPr/>
                    <a:lstStyle/>
                    <a:p>
                      <a:endParaRPr kumimoji="1" lang="ja-JP" altLang="en-US"/>
                    </a:p>
                  </a:txBody>
                  <a:tcPr/>
                </a:tc>
                <a:tc>
                  <a:txBody>
                    <a:bodyPr/>
                    <a:lstStyle/>
                    <a:p>
                      <a:r>
                        <a:rPr kumimoji="1" lang="en-US" altLang="ja-JP" sz="1400" dirty="0">
                          <a:latin typeface="メイリオ" panose="020B0604030504040204" pitchFamily="50" charset="-128"/>
                          <a:ea typeface="メイリオ" panose="020B0604030504040204" pitchFamily="50" charset="-128"/>
                        </a:rPr>
                        <a:t>×</a:t>
                      </a:r>
                    </a:p>
                    <a:p>
                      <a:r>
                        <a:rPr kumimoji="1" lang="en-US" altLang="ja-JP" sz="1400" dirty="0">
                          <a:latin typeface="メイリオ" panose="020B0604030504040204" pitchFamily="50" charset="-128"/>
                          <a:ea typeface="メイリオ" panose="020B0604030504040204" pitchFamily="50" charset="-128"/>
                        </a:rPr>
                        <a:t>COS</a:t>
                      </a:r>
                      <a:r>
                        <a:rPr kumimoji="1" lang="ja-JP" altLang="en-US" sz="1400" dirty="0">
                          <a:latin typeface="メイリオ" panose="020B0604030504040204" pitchFamily="50" charset="-128"/>
                          <a:ea typeface="メイリオ" panose="020B0604030504040204" pitchFamily="50" charset="-128"/>
                        </a:rPr>
                        <a:t>値を確認する機能はあるもののエッジ切替とは独立した機能であるため、開発が必要</a:t>
                      </a:r>
                    </a:p>
                  </a:txBody>
                  <a:tcPr/>
                </a:tc>
                <a:tc>
                  <a:txBody>
                    <a:bodyPr/>
                    <a:lstStyle/>
                    <a:p>
                      <a:r>
                        <a:rPr kumimoji="1" lang="ja-JP" altLang="en-US" sz="1400" dirty="0">
                          <a:latin typeface="メイリオ" panose="020B0604030504040204" pitchFamily="50" charset="-128"/>
                          <a:ea typeface="メイリオ" panose="020B0604030504040204" pitchFamily="50" charset="-128"/>
                        </a:rPr>
                        <a:t>〇</a:t>
                      </a:r>
                      <a:endParaRPr kumimoji="1" lang="en-US" altLang="ja-JP" sz="1400" dirty="0">
                        <a:latin typeface="メイリオ" panose="020B0604030504040204" pitchFamily="50" charset="-128"/>
                        <a:ea typeface="メイリオ" panose="020B0604030504040204" pitchFamily="50" charset="-128"/>
                      </a:endParaRPr>
                    </a:p>
                    <a:p>
                      <a:r>
                        <a:rPr kumimoji="1" lang="en-US" altLang="ja-JP" sz="1400" dirty="0" err="1">
                          <a:latin typeface="メイリオ" panose="020B0604030504040204" pitchFamily="50" charset="-128"/>
                          <a:ea typeface="メイリオ" panose="020B0604030504040204" pitchFamily="50" charset="-128"/>
                        </a:rPr>
                        <a:t>CoS</a:t>
                      </a:r>
                      <a:r>
                        <a:rPr kumimoji="1" lang="ja-JP" altLang="en-US" sz="1400" dirty="0">
                          <a:latin typeface="メイリオ" panose="020B0604030504040204" pitchFamily="50" charset="-128"/>
                          <a:ea typeface="メイリオ" panose="020B0604030504040204" pitchFamily="50" charset="-128"/>
                        </a:rPr>
                        <a:t>値を利用して通話中のトラフィックを識別することは一般的な</a:t>
                      </a:r>
                      <a:r>
                        <a:rPr kumimoji="1" lang="en-US" altLang="ja-JP" sz="1400" dirty="0">
                          <a:latin typeface="メイリオ" panose="020B0604030504040204" pitchFamily="50" charset="-128"/>
                          <a:ea typeface="メイリオ" panose="020B0604030504040204" pitchFamily="50" charset="-128"/>
                        </a:rPr>
                        <a:t>QoS</a:t>
                      </a:r>
                      <a:r>
                        <a:rPr kumimoji="1" lang="ja-JP" altLang="en-US" sz="1400" dirty="0">
                          <a:latin typeface="メイリオ" panose="020B0604030504040204" pitchFamily="50" charset="-128"/>
                          <a:ea typeface="メイリオ" panose="020B0604030504040204" pitchFamily="50" charset="-128"/>
                        </a:rPr>
                        <a:t>（</a:t>
                      </a:r>
                      <a:r>
                        <a:rPr kumimoji="1" lang="en-US" altLang="ja-JP" sz="1400" dirty="0">
                          <a:latin typeface="メイリオ" panose="020B0604030504040204" pitchFamily="50" charset="-128"/>
                          <a:ea typeface="メイリオ" panose="020B0604030504040204" pitchFamily="50" charset="-128"/>
                        </a:rPr>
                        <a:t>Quality of Service</a:t>
                      </a:r>
                      <a:r>
                        <a:rPr kumimoji="1" lang="ja-JP" altLang="en-US" sz="1400" dirty="0">
                          <a:latin typeface="メイリオ" panose="020B0604030504040204" pitchFamily="50" charset="-128"/>
                          <a:ea typeface="メイリオ" panose="020B0604030504040204" pitchFamily="50" charset="-128"/>
                        </a:rPr>
                        <a:t>）の手法であり、リアルタイムでのトラフィックの分類が可能</a:t>
                      </a:r>
                    </a:p>
                  </a:txBody>
                  <a:tcPr/>
                </a:tc>
                <a:tc>
                  <a:txBody>
                    <a:bodyPr/>
                    <a:lstStyle/>
                    <a:p>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a:t>
                      </a:r>
                      <a:endParaRPr kumimoji="1" lang="en-US" altLang="ja-JP" sz="1400" kern="1200" dirty="0">
                        <a:solidFill>
                          <a:schemeClr val="dk1"/>
                        </a:solidFill>
                        <a:latin typeface="メイリオ" panose="020B0604030504040204" pitchFamily="50" charset="-128"/>
                        <a:ea typeface="メイリオ" panose="020B0604030504040204" pitchFamily="50" charset="-128"/>
                        <a:cs typeface="+mn-cs"/>
                      </a:endParaRPr>
                    </a:p>
                    <a:p>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ポリシーの変更が必要な場合はそれなりの設定作業が発生</a:t>
                      </a:r>
                    </a:p>
                  </a:txBody>
                  <a:tcPr/>
                </a:tc>
                <a:tc>
                  <a:txBody>
                    <a:bodyPr/>
                    <a:lstStyle/>
                    <a:p>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〇</a:t>
                      </a:r>
                      <a:endParaRPr kumimoji="1" lang="en-US" altLang="ja-JP" sz="1400" kern="1200" dirty="0">
                        <a:solidFill>
                          <a:schemeClr val="dk1"/>
                        </a:solidFill>
                        <a:latin typeface="メイリオ" panose="020B0604030504040204" pitchFamily="50" charset="-128"/>
                        <a:ea typeface="メイリオ" panose="020B0604030504040204" pitchFamily="50" charset="-128"/>
                        <a:cs typeface="+mn-cs"/>
                      </a:endParaRPr>
                    </a:p>
                    <a:p>
                      <a:r>
                        <a:rPr kumimoji="1" lang="en-US" altLang="ja-JP" sz="1400" kern="1200" dirty="0" err="1">
                          <a:solidFill>
                            <a:schemeClr val="dk1"/>
                          </a:solidFill>
                          <a:latin typeface="メイリオ" panose="020B0604030504040204" pitchFamily="50" charset="-128"/>
                          <a:ea typeface="メイリオ" panose="020B0604030504040204" pitchFamily="50" charset="-128"/>
                          <a:cs typeface="+mn-cs"/>
                        </a:rPr>
                        <a:t>CoS</a:t>
                      </a:r>
                      <a:r>
                        <a:rPr kumimoji="1" lang="ja-JP" altLang="en-US" sz="1400" kern="1200" dirty="0">
                          <a:solidFill>
                            <a:schemeClr val="dk1"/>
                          </a:solidFill>
                          <a:latin typeface="メイリオ" panose="020B0604030504040204" pitchFamily="50" charset="-128"/>
                          <a:ea typeface="メイリオ" panose="020B0604030504040204" pitchFamily="50" charset="-128"/>
                          <a:cs typeface="+mn-cs"/>
                        </a:rPr>
                        <a:t>値に基づく分類はリアルタイムで行われるため、通話中のユーザーを迅速に特定できる可能性が高い</a:t>
                      </a:r>
                    </a:p>
                  </a:txBody>
                  <a:tcPr/>
                </a:tc>
                <a:extLst>
                  <a:ext uri="{0D108BD9-81ED-4DB2-BD59-A6C34878D82A}">
                    <a16:rowId xmlns:a16="http://schemas.microsoft.com/office/drawing/2014/main" val="2135372040"/>
                  </a:ext>
                </a:extLst>
              </a:tr>
            </a:tbl>
          </a:graphicData>
        </a:graphic>
      </p:graphicFrame>
    </p:spTree>
    <p:extLst>
      <p:ext uri="{BB962C8B-B14F-4D97-AF65-F5344CB8AC3E}">
        <p14:creationId xmlns:p14="http://schemas.microsoft.com/office/powerpoint/2010/main" val="378586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991FAB-00D7-922D-B5A7-FF31F619F2C0}"/>
              </a:ext>
            </a:extLst>
          </p:cNvPr>
          <p:cNvSpPr>
            <a:spLocks noGrp="1"/>
          </p:cNvSpPr>
          <p:nvPr>
            <p:ph type="title"/>
          </p:nvPr>
        </p:nvSpPr>
        <p:spPr>
          <a:xfrm>
            <a:off x="628650" y="164235"/>
            <a:ext cx="7886700" cy="764427"/>
          </a:xfrm>
        </p:spPr>
        <p:txBody>
          <a:bodyPr>
            <a:normAutofit/>
          </a:bodyPr>
          <a:lstStyle/>
          <a:p>
            <a:r>
              <a:rPr kumimoji="1" lang="ja-JP" altLang="en-US" sz="3600" dirty="0">
                <a:latin typeface="メイリオ" panose="020B0604030504040204" pitchFamily="50" charset="-128"/>
                <a:ea typeface="メイリオ" panose="020B0604030504040204" pitchFamily="50" charset="-128"/>
              </a:rPr>
              <a:t>提案手法の評価について</a:t>
            </a:r>
          </a:p>
        </p:txBody>
      </p:sp>
      <p:sp>
        <p:nvSpPr>
          <p:cNvPr id="3" name="テキスト ボックス 2">
            <a:extLst>
              <a:ext uri="{FF2B5EF4-FFF2-40B4-BE49-F238E27FC236}">
                <a16:creationId xmlns:a16="http://schemas.microsoft.com/office/drawing/2014/main" id="{8A018F05-85F9-1470-79D3-35C30F4A2194}"/>
              </a:ext>
            </a:extLst>
          </p:cNvPr>
          <p:cNvSpPr txBox="1"/>
          <p:nvPr/>
        </p:nvSpPr>
        <p:spPr>
          <a:xfrm>
            <a:off x="103588" y="1439423"/>
            <a:ext cx="6783267" cy="2893100"/>
          </a:xfrm>
          <a:prstGeom prst="rect">
            <a:avLst/>
          </a:prstGeom>
          <a:noFill/>
        </p:spPr>
        <p:txBody>
          <a:bodyPr wrap="none" rtlCol="0">
            <a:spAutoFit/>
          </a:bodyPr>
          <a:lstStyle/>
          <a:p>
            <a:r>
              <a:rPr kumimoji="1" lang="ja-JP" altLang="en-US" sz="1400" dirty="0"/>
              <a:t>ラズベリーパイをネットワークトラフィック生成器として使用</a:t>
            </a:r>
            <a:r>
              <a:rPr kumimoji="1" lang="en-US" altLang="ja-JP" sz="1400" dirty="0"/>
              <a:t>:</a:t>
            </a:r>
          </a:p>
          <a:p>
            <a:r>
              <a:rPr kumimoji="1" lang="en-US" altLang="ja-JP" sz="1400" dirty="0"/>
              <a:t> </a:t>
            </a:r>
            <a:r>
              <a:rPr kumimoji="1" lang="ja-JP" altLang="en-US" sz="1400" dirty="0"/>
              <a:t>特定のトラフィックパターンを生成し、家庭用ルータ経由で</a:t>
            </a:r>
            <a:r>
              <a:rPr kumimoji="1" lang="en-US" altLang="ja-JP" sz="1400" dirty="0"/>
              <a:t>PC</a:t>
            </a:r>
            <a:r>
              <a:rPr kumimoji="1" lang="ja-JP" altLang="en-US" sz="1400" dirty="0"/>
              <a:t>に送信します。</a:t>
            </a:r>
            <a:endParaRPr kumimoji="1" lang="en-US" altLang="ja-JP" sz="1400" dirty="0"/>
          </a:p>
          <a:p>
            <a:r>
              <a:rPr kumimoji="1" lang="en-US" altLang="ja-JP" sz="1400" dirty="0" err="1"/>
              <a:t>Iperf</a:t>
            </a:r>
            <a:r>
              <a:rPr kumimoji="1" lang="ja-JP" altLang="en-US" sz="1400" dirty="0"/>
              <a:t>３によって、トラヒック生成ができる。→</a:t>
            </a:r>
            <a:r>
              <a:rPr kumimoji="1" lang="en-US" altLang="ja-JP" sz="1400" dirty="0"/>
              <a:t>OK</a:t>
            </a:r>
          </a:p>
          <a:p>
            <a:endParaRPr kumimoji="1" lang="ja-JP" altLang="en-US" sz="1400" dirty="0"/>
          </a:p>
          <a:p>
            <a:r>
              <a:rPr kumimoji="1" lang="en-US" altLang="ja-JP" sz="1400" dirty="0"/>
              <a:t>PC</a:t>
            </a:r>
            <a:r>
              <a:rPr kumimoji="1" lang="ja-JP" altLang="en-US" sz="1400" dirty="0"/>
              <a:t>でネットワークシミュレーションを実行</a:t>
            </a:r>
            <a:r>
              <a:rPr kumimoji="1" lang="en-US" altLang="ja-JP" sz="1400" dirty="0"/>
              <a:t>: Mininet</a:t>
            </a:r>
            <a:r>
              <a:rPr kumimoji="1" lang="ja-JP" altLang="en-US" sz="1400" dirty="0"/>
              <a:t>などのシミュレータを使用して</a:t>
            </a:r>
            <a:endParaRPr kumimoji="1" lang="en-US" altLang="ja-JP" sz="1400" dirty="0"/>
          </a:p>
          <a:p>
            <a:r>
              <a:rPr kumimoji="1" lang="ja-JP" altLang="en-US" sz="1400" dirty="0"/>
              <a:t>ネットワークトポロジーを作成し、実験を行います。</a:t>
            </a:r>
            <a:endParaRPr kumimoji="1" lang="en-US" altLang="ja-JP" sz="1400" dirty="0"/>
          </a:p>
          <a:p>
            <a:r>
              <a:rPr kumimoji="1" lang="en-US" altLang="ja-JP" sz="1400" dirty="0"/>
              <a:t>Mininet</a:t>
            </a:r>
            <a:r>
              <a:rPr kumimoji="1" lang="ja-JP" altLang="en-US" sz="1400" dirty="0"/>
              <a:t>でやっているが、</a:t>
            </a:r>
            <a:r>
              <a:rPr kumimoji="1" lang="en-US" altLang="ja-JP" sz="1400" dirty="0"/>
              <a:t>H1</a:t>
            </a:r>
            <a:r>
              <a:rPr kumimoji="1" lang="ja-JP" altLang="en-US" sz="1400" dirty="0"/>
              <a:t>と</a:t>
            </a:r>
            <a:r>
              <a:rPr kumimoji="1" lang="en-US" altLang="ja-JP" sz="1400" dirty="0"/>
              <a:t>H2</a:t>
            </a:r>
            <a:r>
              <a:rPr kumimoji="1" lang="ja-JP" altLang="en-US" sz="1400" dirty="0"/>
              <a:t>からトラヒックを飛ばすようにするには、</a:t>
            </a:r>
            <a:endParaRPr kumimoji="1" lang="en-US" altLang="ja-JP" sz="1400" dirty="0"/>
          </a:p>
          <a:p>
            <a:r>
              <a:rPr kumimoji="1" lang="ja-JP" altLang="en-US" sz="1400" dirty="0"/>
              <a:t>ターミナルを分ける必要がありそう。</a:t>
            </a:r>
            <a:endParaRPr kumimoji="1" lang="en-US" altLang="ja-JP" sz="1400" dirty="0"/>
          </a:p>
          <a:p>
            <a:endParaRPr kumimoji="1" lang="en-US" altLang="ja-JP" sz="1400" dirty="0"/>
          </a:p>
          <a:p>
            <a:endParaRPr kumimoji="1" lang="en-US" altLang="ja-JP" sz="1400" dirty="0"/>
          </a:p>
          <a:p>
            <a:endParaRPr kumimoji="1" lang="ja-JP" altLang="en-US" sz="1400" dirty="0"/>
          </a:p>
          <a:p>
            <a:r>
              <a:rPr kumimoji="1" lang="ja-JP" altLang="en-US" sz="1400" dirty="0"/>
              <a:t>データキャプチャと分析</a:t>
            </a:r>
            <a:r>
              <a:rPr kumimoji="1" lang="en-US" altLang="ja-JP" sz="1400" dirty="0"/>
              <a:t>: PC</a:t>
            </a:r>
            <a:r>
              <a:rPr kumimoji="1" lang="ja-JP" altLang="en-US" sz="1400" dirty="0"/>
              <a:t>上で</a:t>
            </a:r>
            <a:r>
              <a:rPr kumimoji="1" lang="en-US" altLang="ja-JP" sz="1400" dirty="0"/>
              <a:t>Wireshark</a:t>
            </a:r>
            <a:r>
              <a:rPr kumimoji="1" lang="ja-JP" altLang="en-US" sz="1400" dirty="0"/>
              <a:t>などのツールを使用して</a:t>
            </a:r>
            <a:endParaRPr kumimoji="1" lang="en-US" altLang="ja-JP" sz="1400" dirty="0"/>
          </a:p>
          <a:p>
            <a:r>
              <a:rPr kumimoji="1" lang="ja-JP" altLang="en-US" sz="1400" dirty="0"/>
              <a:t>トラフィックをキャプチャし、分析を行います。</a:t>
            </a:r>
          </a:p>
        </p:txBody>
      </p:sp>
    </p:spTree>
    <p:extLst>
      <p:ext uri="{BB962C8B-B14F-4D97-AF65-F5344CB8AC3E}">
        <p14:creationId xmlns:p14="http://schemas.microsoft.com/office/powerpoint/2010/main" val="558045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1D46D247-5A11-D702-D1E6-54589F2A9552}"/>
              </a:ext>
            </a:extLst>
          </p:cNvPr>
          <p:cNvSpPr>
            <a:spLocks noGrp="1"/>
          </p:cNvSpPr>
          <p:nvPr>
            <p:ph type="title"/>
          </p:nvPr>
        </p:nvSpPr>
        <p:spPr>
          <a:xfrm>
            <a:off x="628650" y="164235"/>
            <a:ext cx="7886700" cy="764427"/>
          </a:xfrm>
        </p:spPr>
        <p:txBody>
          <a:bodyPr>
            <a:normAutofit/>
          </a:bodyPr>
          <a:lstStyle/>
          <a:p>
            <a:r>
              <a:rPr kumimoji="1" lang="ja-JP" altLang="en-US" sz="3600" dirty="0">
                <a:latin typeface="メイリオ" panose="020B0604030504040204" pitchFamily="50" charset="-128"/>
                <a:ea typeface="メイリオ" panose="020B0604030504040204" pitchFamily="50" charset="-128"/>
              </a:rPr>
              <a:t>提案手法の具体的な</a:t>
            </a:r>
            <a:r>
              <a:rPr kumimoji="1" lang="en-US" altLang="ja-JP" sz="3600" dirty="0">
                <a:latin typeface="メイリオ" panose="020B0604030504040204" pitchFamily="50" charset="-128"/>
                <a:ea typeface="メイリオ" panose="020B0604030504040204" pitchFamily="50" charset="-128"/>
              </a:rPr>
              <a:t>NW</a:t>
            </a:r>
            <a:r>
              <a:rPr kumimoji="1" lang="ja-JP" altLang="en-US" sz="3600" dirty="0">
                <a:latin typeface="メイリオ" panose="020B0604030504040204" pitchFamily="50" charset="-128"/>
                <a:ea typeface="メイリオ" panose="020B0604030504040204" pitchFamily="50" charset="-128"/>
              </a:rPr>
              <a:t>構成図</a:t>
            </a:r>
          </a:p>
        </p:txBody>
      </p:sp>
      <p:pic>
        <p:nvPicPr>
          <p:cNvPr id="8" name="図 7">
            <a:extLst>
              <a:ext uri="{FF2B5EF4-FFF2-40B4-BE49-F238E27FC236}">
                <a16:creationId xmlns:a16="http://schemas.microsoft.com/office/drawing/2014/main" id="{6C2F0264-C7B0-023B-8872-B53E7798A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843" y="1159751"/>
            <a:ext cx="5058363" cy="5534014"/>
          </a:xfrm>
          <a:prstGeom prst="rect">
            <a:avLst/>
          </a:prstGeom>
        </p:spPr>
      </p:pic>
      <p:sp>
        <p:nvSpPr>
          <p:cNvPr id="9" name="テキスト ボックス 8">
            <a:extLst>
              <a:ext uri="{FF2B5EF4-FFF2-40B4-BE49-F238E27FC236}">
                <a16:creationId xmlns:a16="http://schemas.microsoft.com/office/drawing/2014/main" id="{52C23605-D7AD-A07F-E4C8-A02968B25B4D}"/>
              </a:ext>
            </a:extLst>
          </p:cNvPr>
          <p:cNvSpPr txBox="1"/>
          <p:nvPr/>
        </p:nvSpPr>
        <p:spPr>
          <a:xfrm>
            <a:off x="4417887" y="1684962"/>
            <a:ext cx="1218603" cy="307777"/>
          </a:xfrm>
          <a:prstGeom prst="rect">
            <a:avLst/>
          </a:prstGeom>
          <a:noFill/>
        </p:spPr>
        <p:txBody>
          <a:bodyPr wrap="none" rtlCol="0">
            <a:spAutoFit/>
          </a:bodyPr>
          <a:lstStyle/>
          <a:p>
            <a:r>
              <a:rPr kumimoji="1" lang="en-US" altLang="ja-JP" sz="1400" dirty="0">
                <a:latin typeface="メイリオ" panose="020B0604030504040204" pitchFamily="50" charset="-128"/>
                <a:ea typeface="メイリオ" panose="020B0604030504040204" pitchFamily="50" charset="-128"/>
              </a:rPr>
              <a:t>DHCP</a:t>
            </a:r>
            <a:r>
              <a:rPr kumimoji="1" lang="ja-JP" altLang="en-US" sz="1400" dirty="0">
                <a:latin typeface="メイリオ" panose="020B0604030504040204" pitchFamily="50" charset="-128"/>
                <a:ea typeface="メイリオ" panose="020B0604030504040204" pitchFamily="50" charset="-128"/>
              </a:rPr>
              <a:t>サーバ</a:t>
            </a:r>
          </a:p>
        </p:txBody>
      </p:sp>
      <p:sp>
        <p:nvSpPr>
          <p:cNvPr id="10" name="テキスト ボックス 9">
            <a:extLst>
              <a:ext uri="{FF2B5EF4-FFF2-40B4-BE49-F238E27FC236}">
                <a16:creationId xmlns:a16="http://schemas.microsoft.com/office/drawing/2014/main" id="{FC2CDCC8-CF2A-5A81-9175-11E254F7D7FA}"/>
              </a:ext>
            </a:extLst>
          </p:cNvPr>
          <p:cNvSpPr txBox="1"/>
          <p:nvPr/>
        </p:nvSpPr>
        <p:spPr>
          <a:xfrm>
            <a:off x="717478" y="3008616"/>
            <a:ext cx="1594924" cy="523220"/>
          </a:xfrm>
          <a:prstGeom prst="rect">
            <a:avLst/>
          </a:prstGeom>
          <a:noFill/>
        </p:spPr>
        <p:txBody>
          <a:bodyPr wrap="none" rtlCol="0">
            <a:spAutoFit/>
          </a:bodyPr>
          <a:lstStyle/>
          <a:p>
            <a:r>
              <a:rPr kumimoji="1" lang="en-US" altLang="ja-JP" sz="1400" dirty="0">
                <a:latin typeface="メイリオ" panose="020B0604030504040204" pitchFamily="50" charset="-128"/>
                <a:ea typeface="メイリオ" panose="020B0604030504040204" pitchFamily="50" charset="-128"/>
              </a:rPr>
              <a:t>NETFLOW</a:t>
            </a:r>
            <a:r>
              <a:rPr kumimoji="1" lang="ja-JP" altLang="en-US" sz="1400" dirty="0">
                <a:latin typeface="メイリオ" panose="020B0604030504040204" pitchFamily="50" charset="-128"/>
                <a:ea typeface="メイリオ" panose="020B0604030504040204" pitchFamily="50" charset="-128"/>
              </a:rPr>
              <a:t>データ</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蓄積サーバ</a:t>
            </a:r>
          </a:p>
        </p:txBody>
      </p:sp>
      <p:sp>
        <p:nvSpPr>
          <p:cNvPr id="11" name="吹き出し: 線 10">
            <a:extLst>
              <a:ext uri="{FF2B5EF4-FFF2-40B4-BE49-F238E27FC236}">
                <a16:creationId xmlns:a16="http://schemas.microsoft.com/office/drawing/2014/main" id="{D87DD4B5-803D-6DCE-B01D-7D7711A83282}"/>
              </a:ext>
            </a:extLst>
          </p:cNvPr>
          <p:cNvSpPr/>
          <p:nvPr/>
        </p:nvSpPr>
        <p:spPr>
          <a:xfrm>
            <a:off x="5697072" y="877959"/>
            <a:ext cx="1244885" cy="523220"/>
          </a:xfrm>
          <a:prstGeom prst="borderCallout1">
            <a:avLst>
              <a:gd name="adj1" fmla="val 12859"/>
              <a:gd name="adj2" fmla="val -8765"/>
              <a:gd name="adj3" fmla="val 61446"/>
              <a:gd name="adj4" fmla="val -164780"/>
            </a:avLst>
          </a:prstGeom>
          <a:solidFill>
            <a:schemeClr val="accent2">
              <a:lumMod val="20000"/>
              <a:lumOff val="80000"/>
            </a:schemeClr>
          </a:solidFill>
          <a:ln w="190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開発対象</a:t>
            </a:r>
          </a:p>
        </p:txBody>
      </p:sp>
      <p:sp>
        <p:nvSpPr>
          <p:cNvPr id="13" name="四角形: 角を丸くする 12">
            <a:extLst>
              <a:ext uri="{FF2B5EF4-FFF2-40B4-BE49-F238E27FC236}">
                <a16:creationId xmlns:a16="http://schemas.microsoft.com/office/drawing/2014/main" id="{9AEBC118-9705-CF0D-50AB-82089B5C7329}"/>
              </a:ext>
            </a:extLst>
          </p:cNvPr>
          <p:cNvSpPr/>
          <p:nvPr/>
        </p:nvSpPr>
        <p:spPr>
          <a:xfrm>
            <a:off x="944724" y="2332234"/>
            <a:ext cx="1140431" cy="676382"/>
          </a:xfrm>
          <a:prstGeom prst="roundRect">
            <a:avLst/>
          </a:prstGeom>
          <a:noFill/>
          <a:ln w="381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7E904BD1-E108-994C-234F-69057199BE41}"/>
              </a:ext>
            </a:extLst>
          </p:cNvPr>
          <p:cNvSpPr/>
          <p:nvPr/>
        </p:nvSpPr>
        <p:spPr>
          <a:xfrm>
            <a:off x="2451242" y="1062988"/>
            <a:ext cx="1140431" cy="676382"/>
          </a:xfrm>
          <a:prstGeom prst="roundRect">
            <a:avLst/>
          </a:prstGeom>
          <a:noFill/>
          <a:ln w="381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吹き出し: 線 14">
            <a:extLst>
              <a:ext uri="{FF2B5EF4-FFF2-40B4-BE49-F238E27FC236}">
                <a16:creationId xmlns:a16="http://schemas.microsoft.com/office/drawing/2014/main" id="{63667FC5-8687-94BC-DE49-9165512983F3}"/>
              </a:ext>
            </a:extLst>
          </p:cNvPr>
          <p:cNvSpPr/>
          <p:nvPr/>
        </p:nvSpPr>
        <p:spPr>
          <a:xfrm>
            <a:off x="4159321" y="2154717"/>
            <a:ext cx="1244885" cy="523220"/>
          </a:xfrm>
          <a:prstGeom prst="borderCallout1">
            <a:avLst>
              <a:gd name="adj1" fmla="val 12859"/>
              <a:gd name="adj2" fmla="val -8765"/>
              <a:gd name="adj3" fmla="val 61446"/>
              <a:gd name="adj4" fmla="val -164780"/>
            </a:avLst>
          </a:prstGeom>
          <a:solidFill>
            <a:schemeClr val="accent2">
              <a:lumMod val="20000"/>
              <a:lumOff val="80000"/>
            </a:schemeClr>
          </a:solidFill>
          <a:ln w="190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新規構築</a:t>
            </a:r>
          </a:p>
        </p:txBody>
      </p:sp>
    </p:spTree>
    <p:extLst>
      <p:ext uri="{BB962C8B-B14F-4D97-AF65-F5344CB8AC3E}">
        <p14:creationId xmlns:p14="http://schemas.microsoft.com/office/powerpoint/2010/main" val="2435726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1D46D247-5A11-D702-D1E6-54589F2A9552}"/>
              </a:ext>
            </a:extLst>
          </p:cNvPr>
          <p:cNvSpPr>
            <a:spLocks noGrp="1"/>
          </p:cNvSpPr>
          <p:nvPr>
            <p:ph type="title"/>
          </p:nvPr>
        </p:nvSpPr>
        <p:spPr>
          <a:xfrm>
            <a:off x="628650" y="164235"/>
            <a:ext cx="7886700" cy="764427"/>
          </a:xfrm>
        </p:spPr>
        <p:txBody>
          <a:bodyPr>
            <a:normAutofit/>
          </a:bodyPr>
          <a:lstStyle/>
          <a:p>
            <a:r>
              <a:rPr kumimoji="1" lang="ja-JP" altLang="en-US" sz="3600" dirty="0">
                <a:latin typeface="メイリオ" panose="020B0604030504040204" pitchFamily="50" charset="-128"/>
                <a:ea typeface="メイリオ" panose="020B0604030504040204" pitchFamily="50" charset="-128"/>
              </a:rPr>
              <a:t>提案手法の具体的な</a:t>
            </a:r>
            <a:r>
              <a:rPr kumimoji="1" lang="en-US" altLang="ja-JP" sz="3600" dirty="0">
                <a:latin typeface="メイリオ" panose="020B0604030504040204" pitchFamily="50" charset="-128"/>
                <a:ea typeface="メイリオ" panose="020B0604030504040204" pitchFamily="50" charset="-128"/>
              </a:rPr>
              <a:t>NW</a:t>
            </a:r>
            <a:r>
              <a:rPr kumimoji="1" lang="ja-JP" altLang="en-US" sz="3600" dirty="0">
                <a:latin typeface="メイリオ" panose="020B0604030504040204" pitchFamily="50" charset="-128"/>
                <a:ea typeface="メイリオ" panose="020B0604030504040204" pitchFamily="50" charset="-128"/>
              </a:rPr>
              <a:t>構成図</a:t>
            </a:r>
          </a:p>
        </p:txBody>
      </p:sp>
      <p:pic>
        <p:nvPicPr>
          <p:cNvPr id="8" name="図 7">
            <a:extLst>
              <a:ext uri="{FF2B5EF4-FFF2-40B4-BE49-F238E27FC236}">
                <a16:creationId xmlns:a16="http://schemas.microsoft.com/office/drawing/2014/main" id="{6C2F0264-C7B0-023B-8872-B53E7798A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843" y="1159751"/>
            <a:ext cx="5058363" cy="5534014"/>
          </a:xfrm>
          <a:prstGeom prst="rect">
            <a:avLst/>
          </a:prstGeom>
        </p:spPr>
      </p:pic>
      <p:sp>
        <p:nvSpPr>
          <p:cNvPr id="9" name="テキスト ボックス 8">
            <a:extLst>
              <a:ext uri="{FF2B5EF4-FFF2-40B4-BE49-F238E27FC236}">
                <a16:creationId xmlns:a16="http://schemas.microsoft.com/office/drawing/2014/main" id="{52C23605-D7AD-A07F-E4C8-A02968B25B4D}"/>
              </a:ext>
            </a:extLst>
          </p:cNvPr>
          <p:cNvSpPr txBox="1"/>
          <p:nvPr/>
        </p:nvSpPr>
        <p:spPr>
          <a:xfrm>
            <a:off x="4417887" y="1684962"/>
            <a:ext cx="1218603" cy="307777"/>
          </a:xfrm>
          <a:prstGeom prst="rect">
            <a:avLst/>
          </a:prstGeom>
          <a:noFill/>
        </p:spPr>
        <p:txBody>
          <a:bodyPr wrap="none" rtlCol="0">
            <a:spAutoFit/>
          </a:bodyPr>
          <a:lstStyle/>
          <a:p>
            <a:r>
              <a:rPr kumimoji="1" lang="en-US" altLang="ja-JP" sz="1400" dirty="0">
                <a:latin typeface="メイリオ" panose="020B0604030504040204" pitchFamily="50" charset="-128"/>
                <a:ea typeface="メイリオ" panose="020B0604030504040204" pitchFamily="50" charset="-128"/>
              </a:rPr>
              <a:t>DHCP</a:t>
            </a:r>
            <a:r>
              <a:rPr kumimoji="1" lang="ja-JP" altLang="en-US" sz="1400" dirty="0">
                <a:latin typeface="メイリオ" panose="020B0604030504040204" pitchFamily="50" charset="-128"/>
                <a:ea typeface="メイリオ" panose="020B0604030504040204" pitchFamily="50" charset="-128"/>
              </a:rPr>
              <a:t>サーバ</a:t>
            </a:r>
          </a:p>
        </p:txBody>
      </p:sp>
      <p:sp>
        <p:nvSpPr>
          <p:cNvPr id="10" name="テキスト ボックス 9">
            <a:extLst>
              <a:ext uri="{FF2B5EF4-FFF2-40B4-BE49-F238E27FC236}">
                <a16:creationId xmlns:a16="http://schemas.microsoft.com/office/drawing/2014/main" id="{FC2CDCC8-CF2A-5A81-9175-11E254F7D7FA}"/>
              </a:ext>
            </a:extLst>
          </p:cNvPr>
          <p:cNvSpPr txBox="1"/>
          <p:nvPr/>
        </p:nvSpPr>
        <p:spPr>
          <a:xfrm>
            <a:off x="717478" y="3008616"/>
            <a:ext cx="1594924" cy="523220"/>
          </a:xfrm>
          <a:prstGeom prst="rect">
            <a:avLst/>
          </a:prstGeom>
          <a:noFill/>
        </p:spPr>
        <p:txBody>
          <a:bodyPr wrap="none" rtlCol="0">
            <a:spAutoFit/>
          </a:bodyPr>
          <a:lstStyle/>
          <a:p>
            <a:r>
              <a:rPr kumimoji="1" lang="en-US" altLang="ja-JP" sz="1400" dirty="0">
                <a:latin typeface="メイリオ" panose="020B0604030504040204" pitchFamily="50" charset="-128"/>
                <a:ea typeface="メイリオ" panose="020B0604030504040204" pitchFamily="50" charset="-128"/>
              </a:rPr>
              <a:t>NETFLOW</a:t>
            </a:r>
            <a:r>
              <a:rPr kumimoji="1" lang="ja-JP" altLang="en-US" sz="1400" dirty="0">
                <a:latin typeface="メイリオ" panose="020B0604030504040204" pitchFamily="50" charset="-128"/>
                <a:ea typeface="メイリオ" panose="020B0604030504040204" pitchFamily="50" charset="-128"/>
              </a:rPr>
              <a:t>データ</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蓄積サーバ</a:t>
            </a:r>
          </a:p>
        </p:txBody>
      </p:sp>
      <p:sp>
        <p:nvSpPr>
          <p:cNvPr id="11" name="吹き出し: 線 10">
            <a:extLst>
              <a:ext uri="{FF2B5EF4-FFF2-40B4-BE49-F238E27FC236}">
                <a16:creationId xmlns:a16="http://schemas.microsoft.com/office/drawing/2014/main" id="{D87DD4B5-803D-6DCE-B01D-7D7711A83282}"/>
              </a:ext>
            </a:extLst>
          </p:cNvPr>
          <p:cNvSpPr/>
          <p:nvPr/>
        </p:nvSpPr>
        <p:spPr>
          <a:xfrm>
            <a:off x="4897906" y="757192"/>
            <a:ext cx="1244885" cy="523220"/>
          </a:xfrm>
          <a:prstGeom prst="borderCallout1">
            <a:avLst>
              <a:gd name="adj1" fmla="val 46241"/>
              <a:gd name="adj2" fmla="val -11241"/>
              <a:gd name="adj3" fmla="val 83046"/>
              <a:gd name="adj4" fmla="val -103707"/>
            </a:avLst>
          </a:prstGeom>
          <a:solidFill>
            <a:schemeClr val="accent2">
              <a:lumMod val="20000"/>
              <a:lumOff val="80000"/>
            </a:schemeClr>
          </a:solidFill>
          <a:ln w="190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開発対象</a:t>
            </a:r>
          </a:p>
        </p:txBody>
      </p:sp>
      <p:sp>
        <p:nvSpPr>
          <p:cNvPr id="14" name="四角形: 角を丸くする 13">
            <a:extLst>
              <a:ext uri="{FF2B5EF4-FFF2-40B4-BE49-F238E27FC236}">
                <a16:creationId xmlns:a16="http://schemas.microsoft.com/office/drawing/2014/main" id="{7E904BD1-E108-994C-234F-69057199BE41}"/>
              </a:ext>
            </a:extLst>
          </p:cNvPr>
          <p:cNvSpPr/>
          <p:nvPr/>
        </p:nvSpPr>
        <p:spPr>
          <a:xfrm>
            <a:off x="628650" y="3982879"/>
            <a:ext cx="1140431" cy="676382"/>
          </a:xfrm>
          <a:prstGeom prst="roundRect">
            <a:avLst/>
          </a:prstGeom>
          <a:noFill/>
          <a:ln w="381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5E2BD8FC-3679-DB3C-324E-5C59D2D162B2}"/>
              </a:ext>
            </a:extLst>
          </p:cNvPr>
          <p:cNvSpPr/>
          <p:nvPr/>
        </p:nvSpPr>
        <p:spPr>
          <a:xfrm>
            <a:off x="2451242" y="1069611"/>
            <a:ext cx="1140431" cy="676382"/>
          </a:xfrm>
          <a:prstGeom prst="roundRect">
            <a:avLst/>
          </a:prstGeom>
          <a:noFill/>
          <a:ln w="381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吹き出し: 線 3">
            <a:extLst>
              <a:ext uri="{FF2B5EF4-FFF2-40B4-BE49-F238E27FC236}">
                <a16:creationId xmlns:a16="http://schemas.microsoft.com/office/drawing/2014/main" id="{23C67D32-3A7D-4D5E-9302-5E5119A64E7C}"/>
              </a:ext>
            </a:extLst>
          </p:cNvPr>
          <p:cNvSpPr/>
          <p:nvPr/>
        </p:nvSpPr>
        <p:spPr>
          <a:xfrm>
            <a:off x="3173002" y="3116413"/>
            <a:ext cx="1244885" cy="523220"/>
          </a:xfrm>
          <a:prstGeom prst="borderCallout1">
            <a:avLst>
              <a:gd name="adj1" fmla="val 46241"/>
              <a:gd name="adj2" fmla="val -11241"/>
              <a:gd name="adj3" fmla="val 149810"/>
              <a:gd name="adj4" fmla="val -130942"/>
            </a:avLst>
          </a:prstGeom>
          <a:solidFill>
            <a:schemeClr val="accent2">
              <a:lumMod val="20000"/>
              <a:lumOff val="80000"/>
            </a:schemeClr>
          </a:solidFill>
          <a:ln w="190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開発対象</a:t>
            </a:r>
          </a:p>
        </p:txBody>
      </p:sp>
      <p:sp>
        <p:nvSpPr>
          <p:cNvPr id="5" name="四角形: 角を丸くする 4">
            <a:extLst>
              <a:ext uri="{FF2B5EF4-FFF2-40B4-BE49-F238E27FC236}">
                <a16:creationId xmlns:a16="http://schemas.microsoft.com/office/drawing/2014/main" id="{56F1AC7E-ADC4-29E6-18B9-DFF0E75B5660}"/>
              </a:ext>
            </a:extLst>
          </p:cNvPr>
          <p:cNvSpPr/>
          <p:nvPr/>
        </p:nvSpPr>
        <p:spPr>
          <a:xfrm>
            <a:off x="2387000" y="3982879"/>
            <a:ext cx="1140431" cy="676382"/>
          </a:xfrm>
          <a:prstGeom prst="roundRect">
            <a:avLst/>
          </a:prstGeom>
          <a:noFill/>
          <a:ln w="381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4BDAC052-AC89-255F-4433-09240D032515}"/>
              </a:ext>
            </a:extLst>
          </p:cNvPr>
          <p:cNvSpPr/>
          <p:nvPr/>
        </p:nvSpPr>
        <p:spPr>
          <a:xfrm>
            <a:off x="4263775" y="3982879"/>
            <a:ext cx="1140431" cy="676382"/>
          </a:xfrm>
          <a:prstGeom prst="roundRect">
            <a:avLst/>
          </a:prstGeom>
          <a:noFill/>
          <a:ln w="381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893036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1371</TotalTime>
  <Words>831</Words>
  <Application>Microsoft Office PowerPoint</Application>
  <PresentationFormat>画面に合わせる (4:3)</PresentationFormat>
  <Paragraphs>93</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メイリオ</vt:lpstr>
      <vt:lpstr>Arial</vt:lpstr>
      <vt:lpstr>Calibri</vt:lpstr>
      <vt:lpstr>Calibri Light</vt:lpstr>
      <vt:lpstr>Office テーマ</vt:lpstr>
      <vt:lpstr>PowerPoint プレゼンテーション</vt:lpstr>
      <vt:lpstr>PowerPoint プレゼンテーション</vt:lpstr>
      <vt:lpstr>PowerPoint プレゼンテーション</vt:lpstr>
      <vt:lpstr>エッジルータ切替時におけるユーザ通話切断を極力避ける経路手法 </vt:lpstr>
      <vt:lpstr>1.はじめに</vt:lpstr>
      <vt:lpstr>2.関連研究</vt:lpstr>
      <vt:lpstr>3.提案手法</vt:lpstr>
      <vt:lpstr>4.実験方法と結果</vt:lpstr>
      <vt:lpstr>提案手法の評価について</vt:lpstr>
      <vt:lpstr>提案手法の評価について</vt:lpstr>
      <vt:lpstr>提案手法の具体的なNW構成図</vt:lpstr>
      <vt:lpstr>提案手法の具体的なNW構成図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太郎 吉野</dc:creator>
  <cp:lastModifiedBy>太郎 吉野</cp:lastModifiedBy>
  <cp:revision>1</cp:revision>
  <dcterms:created xsi:type="dcterms:W3CDTF">2023-12-17T08:47:17Z</dcterms:created>
  <dcterms:modified xsi:type="dcterms:W3CDTF">2024-12-23T02:33:18Z</dcterms:modified>
</cp:coreProperties>
</file>